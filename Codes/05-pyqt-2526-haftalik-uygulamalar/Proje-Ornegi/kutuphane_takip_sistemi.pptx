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6309360" y="-457200"/>
            <a:ext cx="2377440" cy="237744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474720"/>
            <a:ext cx="1554480" cy="1554480"/>
          </a:xfrm>
          <a:prstGeom prst="ellipse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28800"/>
            <a:ext cx="731520" cy="731520"/>
          </a:xfrm>
          <a:prstGeom prst="ellipse">
            <a:avLst/>
          </a:prstGeom>
          <a:solidFill>
            <a:srgbClr val="F59E0B">
              <a:alpha val="3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0" y="640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Kitap Yönetimi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Üye Yönetimi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4688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Ödünç İşlemi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33832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Raporlar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84048"/>
            <a:ext cx="2743200" cy="347472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3840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 (PyQt5)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91440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Kütüphane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320040" y="1554480"/>
            <a:ext cx="5669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Takip Sistemi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320040" y="230428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+ SQLite  ·  5 Pencereli Mini Otomasyon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27432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944368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0040" y="33832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 Dersi  ·  Dönem Projesi Örneği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 Genel Bakış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Pencere · 3 SQLite Tablosu · Tam CRUD · CSV Export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1691640" cy="118872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16916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" y="12252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Pencere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16459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İstatistik Kartları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938528" y="1682496"/>
            <a:ext cx="292608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Shape 13"/>
          <p:cNvSpPr/>
          <p:nvPr/>
        </p:nvSpPr>
        <p:spPr>
          <a:xfrm>
            <a:off x="2029968" y="1115568"/>
            <a:ext cx="1691640" cy="118872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029968" y="1115568"/>
            <a:ext cx="16916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Text 15"/>
          <p:cNvSpPr/>
          <p:nvPr/>
        </p:nvSpPr>
        <p:spPr>
          <a:xfrm>
            <a:off x="2121408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487168" y="12252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Yönetimi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21408" y="16459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Ekleme / Listeleme / Silme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39896" y="1682496"/>
            <a:ext cx="292608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31336" y="1115568"/>
            <a:ext cx="1691640" cy="118872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31336" y="1115568"/>
            <a:ext cx="169164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922776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288536" y="12252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 Yönetimi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22776" y="16459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+ Arama &amp; Güncelleme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541264" y="1682496"/>
            <a:ext cx="292608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Shape 25"/>
          <p:cNvSpPr/>
          <p:nvPr/>
        </p:nvSpPr>
        <p:spPr>
          <a:xfrm>
            <a:off x="5632704" y="1115568"/>
            <a:ext cx="1691640" cy="118872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32704" y="1115568"/>
            <a:ext cx="16916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5724144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089904" y="12252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 İşlemi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24144" y="16459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 Ver / İade Al / Gecikme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42632" y="1682496"/>
            <a:ext cx="292608" cy="457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3" name="Shape 31"/>
          <p:cNvSpPr/>
          <p:nvPr/>
        </p:nvSpPr>
        <p:spPr>
          <a:xfrm>
            <a:off x="7434072" y="1115568"/>
            <a:ext cx="1691640" cy="118872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434072" y="1115568"/>
            <a:ext cx="1691640" cy="457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7525512" y="12252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891272" y="1225296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525512" y="164592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+ CSV Dışa Aktarma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" y="2514600"/>
            <a:ext cx="8686800" cy="1828800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11480" y="260604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SQLite Veritabanı Yapısı  (kutuphane.db)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11480" y="2971800"/>
            <a:ext cx="2651760" cy="1170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1" name="Shape 39"/>
          <p:cNvSpPr/>
          <p:nvPr/>
        </p:nvSpPr>
        <p:spPr>
          <a:xfrm>
            <a:off x="411480" y="2971800"/>
            <a:ext cx="2651760" cy="320040"/>
          </a:xfrm>
          <a:prstGeom prst="rect">
            <a:avLst/>
          </a:prstGeom>
          <a:solidFill>
            <a:srgbClr val="3B82F6">
              <a:alpha val="82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  kitaplar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2920" y="334670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isbn · baslik · yazar · kategori · yil · adet · musait_adet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91840" y="2971800"/>
            <a:ext cx="2651760" cy="1170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5" name="Shape 43"/>
          <p:cNvSpPr/>
          <p:nvPr/>
        </p:nvSpPr>
        <p:spPr>
          <a:xfrm>
            <a:off x="3291840" y="2971800"/>
            <a:ext cx="2651760" cy="320040"/>
          </a:xfrm>
          <a:prstGeom prst="rect">
            <a:avLst/>
          </a:prstGeom>
          <a:solidFill>
            <a:srgbClr val="22C55E">
              <a:alpha val="82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38328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  uyeler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383280" y="334670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ad · soyad · email · telefon · uyelik_turu · aktif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72200" y="2971800"/>
            <a:ext cx="2651760" cy="1170432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9" name="Shape 47"/>
          <p:cNvSpPr/>
          <p:nvPr/>
        </p:nvSpPr>
        <p:spPr>
          <a:xfrm>
            <a:off x="6172200" y="2971800"/>
            <a:ext cx="2651760" cy="320040"/>
          </a:xfrm>
          <a:prstGeom prst="rect">
            <a:avLst/>
          </a:prstGeom>
          <a:solidFill>
            <a:srgbClr val="F59E0B">
              <a:alpha val="82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29900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🗂  oduncler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263640" y="3346704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kitap_id(FK) · uye_id(FK) · odunc_tarihi · iade_tarihi · durum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0" y="3557016"/>
            <a:ext cx="64008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Shape 51"/>
          <p:cNvSpPr/>
          <p:nvPr/>
        </p:nvSpPr>
        <p:spPr>
          <a:xfrm>
            <a:off x="6080760" y="3557016"/>
            <a:ext cx="64008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1 — Ana Pencere (Dashboard)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 kartları · Modül navigasyonu · Otomatik yenileme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8686800" cy="3200400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868680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20700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" y="120700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1704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Kütüphane Takip Sistemi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15727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Kütüphane Takip Sistemi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4747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 Kitap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6479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76479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76479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6479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 Üye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18211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18211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18211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18211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9943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9943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59943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59943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Gecikmiş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1675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01675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01675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01675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Müsait Kitap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434072" y="2011680"/>
            <a:ext cx="1298448" cy="960120"/>
          </a:xfrm>
          <a:prstGeom prst="rect">
            <a:avLst/>
          </a:prstGeom>
          <a:solidFill>
            <a:srgbClr val="122030"/>
          </a:solidFill>
          <a:ln w="1270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434072" y="2066544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434072" y="2395728"/>
            <a:ext cx="12984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7434072" y="2724912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İade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" y="3108960"/>
            <a:ext cx="2011680" cy="777240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Kitap Yönetimi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487168" y="3108960"/>
            <a:ext cx="2011680" cy="777240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Üye Yönetimi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26864" y="3108960"/>
            <a:ext cx="201168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26864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Ödünç İşlemleri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766560" y="3108960"/>
            <a:ext cx="2011680" cy="777240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0" y="3108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Raporlar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47472" y="3977640"/>
            <a:ext cx="8366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güncelleme: 01.04.2026 10:30  ·  Veritabanı: kutuphane.db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28600" y="437083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QTimer ile otomatik yenileme  ·  ✅ İstatistik kartları renklendirilmiş  ·  ✅ 4 modüle hızlı erişim butonları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2 — Kitap Yönetimi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SELECT · DELETE · LIKE arama · Müsaitlik takibi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8686800" cy="3246120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868680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20700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" y="120700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1704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Kitap Yönetimi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1554480"/>
            <a:ext cx="2743200" cy="26517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6276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Yeni Kitap Ekle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1938528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78992" y="1938528"/>
            <a:ext cx="1901952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195681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978-975-xxx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2359152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8992" y="2359152"/>
            <a:ext cx="1901952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15568" y="23774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adı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779776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78992" y="2779776"/>
            <a:ext cx="1901952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279806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 adı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3200400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78992" y="3200400"/>
            <a:ext cx="1901952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15568" y="321868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3621024"/>
            <a:ext cx="594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Adet: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78992" y="3621024"/>
            <a:ext cx="1901952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363931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" y="4023360"/>
            <a:ext cx="12344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0233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Ekle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55648" y="4023360"/>
            <a:ext cx="12344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5" name="Text 33"/>
          <p:cNvSpPr/>
          <p:nvPr/>
        </p:nvSpPr>
        <p:spPr>
          <a:xfrm>
            <a:off x="1755648" y="4023360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Temizle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0" y="1554480"/>
            <a:ext cx="5623560" cy="25603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10128" y="158191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Başlık, yazar veya ISBN ara...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01584" y="1554480"/>
            <a:ext cx="68580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8101584" y="155448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 Sil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0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133088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133088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65776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5065776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998464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5998464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31152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6931152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63840" y="1865376"/>
            <a:ext cx="932688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1" name="Text 49"/>
          <p:cNvSpPr/>
          <p:nvPr/>
        </p:nvSpPr>
        <p:spPr>
          <a:xfrm>
            <a:off x="7863840" y="1892808"/>
            <a:ext cx="9326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Müsait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200400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3" name="Text 51"/>
          <p:cNvSpPr/>
          <p:nvPr/>
        </p:nvSpPr>
        <p:spPr>
          <a:xfrm>
            <a:off x="3200400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978-975-001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133088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5" name="Text 53"/>
          <p:cNvSpPr/>
          <p:nvPr/>
        </p:nvSpPr>
        <p:spPr>
          <a:xfrm>
            <a:off x="4133088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Programlama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65776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7" name="Text 55"/>
          <p:cNvSpPr/>
          <p:nvPr/>
        </p:nvSpPr>
        <p:spPr>
          <a:xfrm>
            <a:off x="5065776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van Rossum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998464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9" name="Text 57"/>
          <p:cNvSpPr/>
          <p:nvPr/>
        </p:nvSpPr>
        <p:spPr>
          <a:xfrm>
            <a:off x="5998464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31152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61" name="Text 59"/>
          <p:cNvSpPr/>
          <p:nvPr/>
        </p:nvSpPr>
        <p:spPr>
          <a:xfrm>
            <a:off x="6931152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63840" y="2139696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63" name="Text 61"/>
          <p:cNvSpPr/>
          <p:nvPr/>
        </p:nvSpPr>
        <p:spPr>
          <a:xfrm>
            <a:off x="7863840" y="2157984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200400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5" name="Text 63"/>
          <p:cNvSpPr/>
          <p:nvPr/>
        </p:nvSpPr>
        <p:spPr>
          <a:xfrm>
            <a:off x="3200400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978-975-002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4133088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7" name="Text 65"/>
          <p:cNvSpPr/>
          <p:nvPr/>
        </p:nvSpPr>
        <p:spPr>
          <a:xfrm>
            <a:off x="4133088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065776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9" name="Text 67"/>
          <p:cNvSpPr/>
          <p:nvPr/>
        </p:nvSpPr>
        <p:spPr>
          <a:xfrm>
            <a:off x="5065776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Cormen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998464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1" name="Text 69"/>
          <p:cNvSpPr/>
          <p:nvPr/>
        </p:nvSpPr>
        <p:spPr>
          <a:xfrm>
            <a:off x="5998464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931152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3" name="Text 71"/>
          <p:cNvSpPr/>
          <p:nvPr/>
        </p:nvSpPr>
        <p:spPr>
          <a:xfrm>
            <a:off x="6931152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863840" y="2395728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5" name="Text 73"/>
          <p:cNvSpPr/>
          <p:nvPr/>
        </p:nvSpPr>
        <p:spPr>
          <a:xfrm>
            <a:off x="7863840" y="241401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3200400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7" name="Text 75"/>
          <p:cNvSpPr/>
          <p:nvPr/>
        </p:nvSpPr>
        <p:spPr>
          <a:xfrm>
            <a:off x="3200400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978-975-003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33088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9" name="Text 77"/>
          <p:cNvSpPr/>
          <p:nvPr/>
        </p:nvSpPr>
        <p:spPr>
          <a:xfrm>
            <a:off x="4133088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 Temelleri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065776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1" name="Text 79"/>
          <p:cNvSpPr/>
          <p:nvPr/>
        </p:nvSpPr>
        <p:spPr>
          <a:xfrm>
            <a:off x="5065776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998464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3" name="Text 81"/>
          <p:cNvSpPr/>
          <p:nvPr/>
        </p:nvSpPr>
        <p:spPr>
          <a:xfrm>
            <a:off x="5998464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931152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5" name="Text 83"/>
          <p:cNvSpPr/>
          <p:nvPr/>
        </p:nvSpPr>
        <p:spPr>
          <a:xfrm>
            <a:off x="6931152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7863840" y="2651760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7" name="Text 85"/>
          <p:cNvSpPr/>
          <p:nvPr/>
        </p:nvSpPr>
        <p:spPr>
          <a:xfrm>
            <a:off x="7863840" y="2670048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3200400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9" name="Text 87"/>
          <p:cNvSpPr/>
          <p:nvPr/>
        </p:nvSpPr>
        <p:spPr>
          <a:xfrm>
            <a:off x="3200400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978-975-004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133088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1" name="Text 89"/>
          <p:cNvSpPr/>
          <p:nvPr/>
        </p:nvSpPr>
        <p:spPr>
          <a:xfrm>
            <a:off x="4133088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Edebiyatı Tarihi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065776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3" name="Text 91"/>
          <p:cNvSpPr/>
          <p:nvPr/>
        </p:nvSpPr>
        <p:spPr>
          <a:xfrm>
            <a:off x="5065776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Kabaklı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998464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5" name="Text 93"/>
          <p:cNvSpPr/>
          <p:nvPr/>
        </p:nvSpPr>
        <p:spPr>
          <a:xfrm>
            <a:off x="5998464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931152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7" name="Text 95"/>
          <p:cNvSpPr/>
          <p:nvPr/>
        </p:nvSpPr>
        <p:spPr>
          <a:xfrm>
            <a:off x="6931152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863840" y="2907792"/>
            <a:ext cx="932688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9" name="Text 97"/>
          <p:cNvSpPr/>
          <p:nvPr/>
        </p:nvSpPr>
        <p:spPr>
          <a:xfrm>
            <a:off x="7863840" y="2926080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200400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1" name="Text 99"/>
          <p:cNvSpPr/>
          <p:nvPr/>
        </p:nvSpPr>
        <p:spPr>
          <a:xfrm>
            <a:off x="3200400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978-975-005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133088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3" name="Text 101"/>
          <p:cNvSpPr/>
          <p:nvPr/>
        </p:nvSpPr>
        <p:spPr>
          <a:xfrm>
            <a:off x="4133088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 Analiz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065776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5" name="Text 103"/>
          <p:cNvSpPr/>
          <p:nvPr/>
        </p:nvSpPr>
        <p:spPr>
          <a:xfrm>
            <a:off x="5065776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 Rudin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5998464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7" name="Text 105"/>
          <p:cNvSpPr/>
          <p:nvPr/>
        </p:nvSpPr>
        <p:spPr>
          <a:xfrm>
            <a:off x="5998464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6931152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09" name="Text 107"/>
          <p:cNvSpPr/>
          <p:nvPr/>
        </p:nvSpPr>
        <p:spPr>
          <a:xfrm>
            <a:off x="6931152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7863840" y="3163824"/>
            <a:ext cx="932688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111" name="Text 109"/>
          <p:cNvSpPr/>
          <p:nvPr/>
        </p:nvSpPr>
        <p:spPr>
          <a:xfrm>
            <a:off x="7863840" y="318211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3200400" y="4169664"/>
            <a:ext cx="55961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8 kitap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228600" y="4389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Müsait adet yeşil / kırmızı renk kodlu  ·  ✅ Anlık LIKE arama  ·  ✅ Eklenince müsait adet otomatik güncellenir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3 — Üye Yönetimi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UPDATE · SELECT · Satır seçince forma otomatik yükleme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8686800" cy="3246120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868680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20700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" y="120700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1704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Üye Yönetimi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1554480"/>
            <a:ext cx="2926080" cy="265176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6276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Üye Bilgileri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" y="193852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07008" y="1938528"/>
            <a:ext cx="1956816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43584" y="1956816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8912" y="2359152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Soyad: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07008" y="2359152"/>
            <a:ext cx="1956816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43584" y="2377440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8912" y="27797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07008" y="2779776"/>
            <a:ext cx="1956816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43584" y="2798064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ahmet@mail.com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8912" y="32004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Telefon: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207008" y="3200400"/>
            <a:ext cx="1956816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43584" y="321868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0532-111-1111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38912" y="365760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207008" y="3657600"/>
            <a:ext cx="1956816" cy="237744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3675888"/>
            <a:ext cx="18836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  ▼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38912" y="4005072"/>
            <a:ext cx="987552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438912" y="40050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Ekle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81328" y="4005072"/>
            <a:ext cx="987552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1481328" y="40050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Güncelle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70048" y="4005072"/>
            <a:ext cx="987552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2670048" y="4005072"/>
            <a:ext cx="987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83280" y="1554480"/>
            <a:ext cx="5440680" cy="25603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93008" y="158191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Ad, soyad veya e-posta ara...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383280" y="1865376"/>
            <a:ext cx="108265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3383280" y="1892808"/>
            <a:ext cx="1082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65930" y="1865376"/>
            <a:ext cx="108265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465930" y="1892808"/>
            <a:ext cx="1082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Soyad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48579" y="1865376"/>
            <a:ext cx="108265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5" name="Text 43"/>
          <p:cNvSpPr/>
          <p:nvPr/>
        </p:nvSpPr>
        <p:spPr>
          <a:xfrm>
            <a:off x="5548579" y="1892808"/>
            <a:ext cx="1082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631229" y="1865376"/>
            <a:ext cx="108265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7" name="Text 45"/>
          <p:cNvSpPr/>
          <p:nvPr/>
        </p:nvSpPr>
        <p:spPr>
          <a:xfrm>
            <a:off x="6631229" y="1892808"/>
            <a:ext cx="1082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13878" y="1865376"/>
            <a:ext cx="108265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9" name="Text 47"/>
          <p:cNvSpPr/>
          <p:nvPr/>
        </p:nvSpPr>
        <p:spPr>
          <a:xfrm>
            <a:off x="7713878" y="1892808"/>
            <a:ext cx="108265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383280" y="2139696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1" name="Text 49"/>
          <p:cNvSpPr/>
          <p:nvPr/>
        </p:nvSpPr>
        <p:spPr>
          <a:xfrm>
            <a:off x="3383280" y="2157984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465930" y="2139696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3" name="Text 51"/>
          <p:cNvSpPr/>
          <p:nvPr/>
        </p:nvSpPr>
        <p:spPr>
          <a:xfrm>
            <a:off x="4465930" y="2157984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Yılmaz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48579" y="2139696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5" name="Text 53"/>
          <p:cNvSpPr/>
          <p:nvPr/>
        </p:nvSpPr>
        <p:spPr>
          <a:xfrm>
            <a:off x="5548579" y="2157984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ahmet@mail.com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31229" y="2139696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7" name="Text 55"/>
          <p:cNvSpPr/>
          <p:nvPr/>
        </p:nvSpPr>
        <p:spPr>
          <a:xfrm>
            <a:off x="6631229" y="2157984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13878" y="2139696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9" name="Text 57"/>
          <p:cNvSpPr/>
          <p:nvPr/>
        </p:nvSpPr>
        <p:spPr>
          <a:xfrm>
            <a:off x="7713878" y="2157984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395728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1" name="Text 59"/>
          <p:cNvSpPr/>
          <p:nvPr/>
        </p:nvSpPr>
        <p:spPr>
          <a:xfrm>
            <a:off x="3383280" y="2414016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Arslan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465930" y="2395728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3" name="Text 61"/>
          <p:cNvSpPr/>
          <p:nvPr/>
        </p:nvSpPr>
        <p:spPr>
          <a:xfrm>
            <a:off x="4465930" y="2414016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(Prof.)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548579" y="2395728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5" name="Text 63"/>
          <p:cNvSpPr/>
          <p:nvPr/>
        </p:nvSpPr>
        <p:spPr>
          <a:xfrm>
            <a:off x="5548579" y="2414016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can.prof@mail.com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631229" y="2395728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7" name="Text 65"/>
          <p:cNvSpPr/>
          <p:nvPr/>
        </p:nvSpPr>
        <p:spPr>
          <a:xfrm>
            <a:off x="6631229" y="2414016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Akademisyen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713878" y="2395728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9" name="Text 67"/>
          <p:cNvSpPr/>
          <p:nvPr/>
        </p:nvSpPr>
        <p:spPr>
          <a:xfrm>
            <a:off x="7713878" y="2414016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383280" y="2651760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1" name="Text 69"/>
          <p:cNvSpPr/>
          <p:nvPr/>
        </p:nvSpPr>
        <p:spPr>
          <a:xfrm>
            <a:off x="3383280" y="2670048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465930" y="2651760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3" name="Text 71"/>
          <p:cNvSpPr/>
          <p:nvPr/>
        </p:nvSpPr>
        <p:spPr>
          <a:xfrm>
            <a:off x="4465930" y="2670048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Çelik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548579" y="2651760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5" name="Text 73"/>
          <p:cNvSpPr/>
          <p:nvPr/>
        </p:nvSpPr>
        <p:spPr>
          <a:xfrm>
            <a:off x="5548579" y="2670048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elif@mail.com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631229" y="2651760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7" name="Text 75"/>
          <p:cNvSpPr/>
          <p:nvPr/>
        </p:nvSpPr>
        <p:spPr>
          <a:xfrm>
            <a:off x="6631229" y="2670048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713878" y="2651760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9" name="Text 77"/>
          <p:cNvSpPr/>
          <p:nvPr/>
        </p:nvSpPr>
        <p:spPr>
          <a:xfrm>
            <a:off x="7713878" y="2670048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3383280" y="2907792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1" name="Text 79"/>
          <p:cNvSpPr/>
          <p:nvPr/>
        </p:nvSpPr>
        <p:spPr>
          <a:xfrm>
            <a:off x="3383280" y="2926080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4465930" y="2907792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3" name="Text 81"/>
          <p:cNvSpPr/>
          <p:nvPr/>
        </p:nvSpPr>
        <p:spPr>
          <a:xfrm>
            <a:off x="4465930" y="2926080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Demir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548579" y="2907792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5" name="Text 83"/>
          <p:cNvSpPr/>
          <p:nvPr/>
        </p:nvSpPr>
        <p:spPr>
          <a:xfrm>
            <a:off x="5548579" y="2926080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mehmet@mail.com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631229" y="2907792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7" name="Text 85"/>
          <p:cNvSpPr/>
          <p:nvPr/>
        </p:nvSpPr>
        <p:spPr>
          <a:xfrm>
            <a:off x="6631229" y="2926080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Akademisyen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7713878" y="2907792"/>
            <a:ext cx="108265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89" name="Text 87"/>
          <p:cNvSpPr/>
          <p:nvPr/>
        </p:nvSpPr>
        <p:spPr>
          <a:xfrm>
            <a:off x="7713878" y="2926080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383280" y="3163824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1" name="Text 89"/>
          <p:cNvSpPr/>
          <p:nvPr/>
        </p:nvSpPr>
        <p:spPr>
          <a:xfrm>
            <a:off x="3383280" y="3182112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465930" y="3163824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3" name="Text 91"/>
          <p:cNvSpPr/>
          <p:nvPr/>
        </p:nvSpPr>
        <p:spPr>
          <a:xfrm>
            <a:off x="4465930" y="3182112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5548579" y="3163824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5" name="Text 93"/>
          <p:cNvSpPr/>
          <p:nvPr/>
        </p:nvSpPr>
        <p:spPr>
          <a:xfrm>
            <a:off x="5548579" y="3182112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zeynep@mail.com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631229" y="3163824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7" name="Text 95"/>
          <p:cNvSpPr/>
          <p:nvPr/>
        </p:nvSpPr>
        <p:spPr>
          <a:xfrm>
            <a:off x="6631229" y="3182112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Öğrenci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7713878" y="3163824"/>
            <a:ext cx="108265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99" name="Text 97"/>
          <p:cNvSpPr/>
          <p:nvPr/>
        </p:nvSpPr>
        <p:spPr>
          <a:xfrm>
            <a:off x="7713878" y="3182112"/>
            <a:ext cx="108265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Pasif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383280" y="4169664"/>
            <a:ext cx="54132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 üye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3273552" y="2340864"/>
            <a:ext cx="91440" cy="2468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2" name="Text 100"/>
          <p:cNvSpPr/>
          <p:nvPr/>
        </p:nvSpPr>
        <p:spPr>
          <a:xfrm>
            <a:off x="228600" y="4389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Satıra tıklayınca form otomatik dolar  ·  ✅ Aktif/Pasif durum renk kodlu  ·  ✅ E-posta UNIQUE kısıtı korunur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4 — Ödünç İşlemleri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 ver · İade al · Gecikme tespiti · FOREIGN KEY ilişkisi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8686800" cy="327355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868680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20700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" y="120700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1704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Ödünç İşlemleri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1508760"/>
            <a:ext cx="8366760" cy="77724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5727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Kitap Ödünç 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005840" y="1828800"/>
            <a:ext cx="2926080" cy="219456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1847088"/>
            <a:ext cx="2852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Programlama — G. van Rossum  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041648" y="182880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Üye: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98848" y="1828800"/>
            <a:ext cx="2103120" cy="219456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1847088"/>
            <a:ext cx="20299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Ahmet Yılmaz (Öğrenci)  ▼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93408" y="1828800"/>
            <a:ext cx="4389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İade: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68896" y="1828800"/>
            <a:ext cx="749808" cy="219456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05472" y="1847088"/>
            <a:ext cx="6766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15.04.2026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973568" y="1828800"/>
            <a:ext cx="658368" cy="21945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973568" y="1828800"/>
            <a:ext cx="6583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Ver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2377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Aktif Ödünçler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 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42723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2" name="Text 30"/>
          <p:cNvSpPr/>
          <p:nvPr/>
        </p:nvSpPr>
        <p:spPr>
          <a:xfrm>
            <a:off x="1542723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37975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4" name="Text 32"/>
          <p:cNvSpPr/>
          <p:nvPr/>
        </p:nvSpPr>
        <p:spPr>
          <a:xfrm>
            <a:off x="2737975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33226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6" name="Text 34"/>
          <p:cNvSpPr/>
          <p:nvPr/>
        </p:nvSpPr>
        <p:spPr>
          <a:xfrm>
            <a:off x="3933226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 Tarihi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8478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5128478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İade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323729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6323729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18981" y="2670048"/>
            <a:ext cx="1195251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7518981" y="2697480"/>
            <a:ext cx="1195251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7472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542723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6" name="Text 44"/>
          <p:cNvSpPr/>
          <p:nvPr/>
        </p:nvSpPr>
        <p:spPr>
          <a:xfrm>
            <a:off x="1542723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737975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8" name="Text 46"/>
          <p:cNvSpPr/>
          <p:nvPr/>
        </p:nvSpPr>
        <p:spPr>
          <a:xfrm>
            <a:off x="2737975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Zeynep Kaya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933226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0" name="Text 48"/>
          <p:cNvSpPr/>
          <p:nvPr/>
        </p:nvSpPr>
        <p:spPr>
          <a:xfrm>
            <a:off x="3933226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15.03.2026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128478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2" name="Text 50"/>
          <p:cNvSpPr/>
          <p:nvPr/>
        </p:nvSpPr>
        <p:spPr>
          <a:xfrm>
            <a:off x="5128478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29.03.2026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323729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4" name="Text 52"/>
          <p:cNvSpPr/>
          <p:nvPr/>
        </p:nvSpPr>
        <p:spPr>
          <a:xfrm>
            <a:off x="6323729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Gecikmiş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518981" y="2944368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6" name="Text 54"/>
          <p:cNvSpPr/>
          <p:nvPr/>
        </p:nvSpPr>
        <p:spPr>
          <a:xfrm>
            <a:off x="7518981" y="2962656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47472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1542723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0" name="Text 58"/>
          <p:cNvSpPr/>
          <p:nvPr/>
        </p:nvSpPr>
        <p:spPr>
          <a:xfrm>
            <a:off x="1542723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2737975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2" name="Text 60"/>
          <p:cNvSpPr/>
          <p:nvPr/>
        </p:nvSpPr>
        <p:spPr>
          <a:xfrm>
            <a:off x="2737975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Mehmet Demir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933226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4" name="Text 62"/>
          <p:cNvSpPr/>
          <p:nvPr/>
        </p:nvSpPr>
        <p:spPr>
          <a:xfrm>
            <a:off x="3933226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20.03.2026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128478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6" name="Text 64"/>
          <p:cNvSpPr/>
          <p:nvPr/>
        </p:nvSpPr>
        <p:spPr>
          <a:xfrm>
            <a:off x="5128478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03.04.2026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323729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8" name="Text 66"/>
          <p:cNvSpPr/>
          <p:nvPr/>
        </p:nvSpPr>
        <p:spPr>
          <a:xfrm>
            <a:off x="6323729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Ödünçte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518981" y="3200400"/>
            <a:ext cx="1195251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70" name="Text 68"/>
          <p:cNvSpPr/>
          <p:nvPr/>
        </p:nvSpPr>
        <p:spPr>
          <a:xfrm>
            <a:off x="7518981" y="3218688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47472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2" name="Text 70"/>
          <p:cNvSpPr/>
          <p:nvPr/>
        </p:nvSpPr>
        <p:spPr>
          <a:xfrm>
            <a:off x="347472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1542723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4" name="Text 72"/>
          <p:cNvSpPr/>
          <p:nvPr/>
        </p:nvSpPr>
        <p:spPr>
          <a:xfrm>
            <a:off x="1542723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Geliştirme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737975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6" name="Text 74"/>
          <p:cNvSpPr/>
          <p:nvPr/>
        </p:nvSpPr>
        <p:spPr>
          <a:xfrm>
            <a:off x="2737975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 Çelik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933226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78" name="Text 76"/>
          <p:cNvSpPr/>
          <p:nvPr/>
        </p:nvSpPr>
        <p:spPr>
          <a:xfrm>
            <a:off x="3933226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25.03.2026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5128478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0" name="Text 78"/>
          <p:cNvSpPr/>
          <p:nvPr/>
        </p:nvSpPr>
        <p:spPr>
          <a:xfrm>
            <a:off x="5128478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08.04.2026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323729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2" name="Text 80"/>
          <p:cNvSpPr/>
          <p:nvPr/>
        </p:nvSpPr>
        <p:spPr>
          <a:xfrm>
            <a:off x="6323729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Ödünçte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518981" y="3456432"/>
            <a:ext cx="1195251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84" name="Text 82"/>
          <p:cNvSpPr/>
          <p:nvPr/>
        </p:nvSpPr>
        <p:spPr>
          <a:xfrm>
            <a:off x="7518981" y="3474720"/>
            <a:ext cx="1195251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8211312" y="2944368"/>
            <a:ext cx="47548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6" name="Text 84"/>
          <p:cNvSpPr/>
          <p:nvPr/>
        </p:nvSpPr>
        <p:spPr>
          <a:xfrm>
            <a:off x="8211312" y="2962656"/>
            <a:ext cx="475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İade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211312" y="3200400"/>
            <a:ext cx="47548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8" name="Text 86"/>
          <p:cNvSpPr/>
          <p:nvPr/>
        </p:nvSpPr>
        <p:spPr>
          <a:xfrm>
            <a:off x="8211312" y="3218688"/>
            <a:ext cx="475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İade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8211312" y="3456432"/>
            <a:ext cx="475488" cy="20116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0" name="Text 88"/>
          <p:cNvSpPr/>
          <p:nvPr/>
        </p:nvSpPr>
        <p:spPr>
          <a:xfrm>
            <a:off x="8211312" y="3474720"/>
            <a:ext cx="47548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İade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347472" y="3767328"/>
            <a:ext cx="8366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 aktif ödünç  |  ⚠️ 1 gecikmiş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228600" y="4389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Gecikmiş ödünçler kırmızı renkte  ·  ✅ FOREIGN KEY: kitap.musait_adet otomatik azalır/artar  ·  ✅ İade butonu her satırda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Pencere 5 — Raporlar &amp; İstatistikler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dağılımı · Popüler kitaplar · Tüm geçmiş · CSV dışa aktarma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8686800" cy="3273552"/>
          </a:xfrm>
          <a:prstGeom prst="rect">
            <a:avLst/>
          </a:prstGeom>
          <a:solidFill>
            <a:srgbClr val="1A2E42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8686800" cy="3291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" y="1207008"/>
            <a:ext cx="137160" cy="13716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Shape 10"/>
          <p:cNvSpPr/>
          <p:nvPr/>
        </p:nvSpPr>
        <p:spPr>
          <a:xfrm>
            <a:off x="539496" y="1207008"/>
            <a:ext cx="137160" cy="1371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0664" y="1207008"/>
            <a:ext cx="137160" cy="1371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1170432"/>
            <a:ext cx="7772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Raporlar &amp; İstatistikler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1508760"/>
            <a:ext cx="1993392" cy="914400"/>
          </a:xfrm>
          <a:prstGeom prst="rect">
            <a:avLst/>
          </a:prstGeom>
          <a:solidFill>
            <a:srgbClr val="122030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" y="15636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📚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7472" y="18928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7472" y="22219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96312" y="1508760"/>
            <a:ext cx="1993392" cy="914400"/>
          </a:xfrm>
          <a:prstGeom prst="rect">
            <a:avLst/>
          </a:prstGeom>
          <a:solidFill>
            <a:srgbClr val="122030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496312" y="15636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496312" y="18928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96312" y="22219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Üye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1508760"/>
            <a:ext cx="1993392" cy="914400"/>
          </a:xfrm>
          <a:prstGeom prst="rect">
            <a:avLst/>
          </a:prstGeom>
          <a:solidFill>
            <a:srgbClr val="12203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45152" y="15636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645152" y="18928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22219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Ödünçte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93992" y="1508760"/>
            <a:ext cx="1993392" cy="914400"/>
          </a:xfrm>
          <a:prstGeom prst="rect">
            <a:avLst/>
          </a:prstGeom>
          <a:solidFill>
            <a:srgbClr val="122030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93992" y="1563624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793992" y="1892808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793992" y="222199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Gecikmiş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2523744"/>
            <a:ext cx="1920240" cy="25603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25420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Kategoriler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50592" y="2523744"/>
            <a:ext cx="1920240" cy="25603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34" name="Text 32"/>
          <p:cNvSpPr/>
          <p:nvPr/>
        </p:nvSpPr>
        <p:spPr>
          <a:xfrm>
            <a:off x="2450592" y="25420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Popüler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53712" y="2523744"/>
            <a:ext cx="1920240" cy="25603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36" name="Text 34"/>
          <p:cNvSpPr/>
          <p:nvPr/>
        </p:nvSpPr>
        <p:spPr>
          <a:xfrm>
            <a:off x="4553712" y="2542032"/>
            <a:ext cx="1920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Geçmiş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47472" y="2798064"/>
            <a:ext cx="228600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282549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33472" y="2798064"/>
            <a:ext cx="2286000" cy="2743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0" name="Text 38"/>
          <p:cNvSpPr/>
          <p:nvPr/>
        </p:nvSpPr>
        <p:spPr>
          <a:xfrm>
            <a:off x="2633472" y="282549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Sayısı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7472" y="3072384"/>
            <a:ext cx="228600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Bilişim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33472" y="3072384"/>
            <a:ext cx="228600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44" name="Text 42"/>
          <p:cNvSpPr/>
          <p:nvPr/>
        </p:nvSpPr>
        <p:spPr>
          <a:xfrm>
            <a:off x="2633472" y="309067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47472" y="3328416"/>
            <a:ext cx="228600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6" name="Text 44"/>
          <p:cNvSpPr/>
          <p:nvPr/>
        </p:nvSpPr>
        <p:spPr>
          <a:xfrm>
            <a:off x="347472" y="33467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33472" y="3328416"/>
            <a:ext cx="228600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8" name="Text 46"/>
          <p:cNvSpPr/>
          <p:nvPr/>
        </p:nvSpPr>
        <p:spPr>
          <a:xfrm>
            <a:off x="2633472" y="33467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7472" y="3584448"/>
            <a:ext cx="228600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" y="3602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Edebiyat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633472" y="3584448"/>
            <a:ext cx="2286000" cy="246888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52" name="Text 50"/>
          <p:cNvSpPr/>
          <p:nvPr/>
        </p:nvSpPr>
        <p:spPr>
          <a:xfrm>
            <a:off x="2633472" y="36027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47472" y="3840480"/>
            <a:ext cx="228600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3858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633472" y="3840480"/>
            <a:ext cx="2286000" cy="246888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6" name="Text 54"/>
          <p:cNvSpPr/>
          <p:nvPr/>
        </p:nvSpPr>
        <p:spPr>
          <a:xfrm>
            <a:off x="2633472" y="38587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120640" y="279806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Popüler Kitaplar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120640" y="3090672"/>
            <a:ext cx="3566160" cy="2743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59" name="Shape 57"/>
          <p:cNvSpPr/>
          <p:nvPr/>
        </p:nvSpPr>
        <p:spPr>
          <a:xfrm>
            <a:off x="5120640" y="3090672"/>
            <a:ext cx="3566160" cy="27432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5193792" y="3108960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Programlama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918704" y="3108960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ödünç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120640" y="3419856"/>
            <a:ext cx="3566160" cy="2743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3" name="Shape 61"/>
          <p:cNvSpPr/>
          <p:nvPr/>
        </p:nvSpPr>
        <p:spPr>
          <a:xfrm>
            <a:off x="5120640" y="3419856"/>
            <a:ext cx="2377440" cy="27432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5193792" y="3438144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Yapıları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918704" y="3438144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ödünç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120640" y="3749040"/>
            <a:ext cx="3566160" cy="274320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67" name="Shape 65"/>
          <p:cNvSpPr/>
          <p:nvPr/>
        </p:nvSpPr>
        <p:spPr>
          <a:xfrm>
            <a:off x="5120640" y="3749040"/>
            <a:ext cx="1188720" cy="274320"/>
          </a:xfrm>
          <a:prstGeom prst="rect">
            <a:avLst/>
          </a:prstGeom>
          <a:solidFill>
            <a:srgbClr val="8B5CF6">
              <a:alpha val="4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5193792" y="3767328"/>
            <a:ext cx="2651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Yapay Zeka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918704" y="3767328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ödünç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132320" y="4041648"/>
            <a:ext cx="100584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1" name="Text 69"/>
          <p:cNvSpPr/>
          <p:nvPr/>
        </p:nvSpPr>
        <p:spPr>
          <a:xfrm>
            <a:off x="7132320" y="404164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Yenile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8229600" y="4041648"/>
            <a:ext cx="59436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3" name="Text 71"/>
          <p:cNvSpPr/>
          <p:nvPr/>
        </p:nvSpPr>
        <p:spPr>
          <a:xfrm>
            <a:off x="8229600" y="40416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CSV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28600" y="43891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 sekmeli rapor: Kategoriler / Popüler Kitaplar / Tüm Geçmiş  ·  ✅ utf-8-sig CSV export  ·  ✅ Otomatik yenile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 Sevdanur GENÇ  ·  Görsel Programlama (PyQt5)  ·  Kütüphane Takip Sistemi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Kullanılan Teknikler &amp; Öğrenme Çıktıları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projede öğrenciler hangi kavramları uyguluyor?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Shape 7"/>
          <p:cNvSpPr/>
          <p:nvPr/>
        </p:nvSpPr>
        <p:spPr>
          <a:xfrm>
            <a:off x="228600" y="1115568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115568"/>
            <a:ext cx="4206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🪟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0392" y="122529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Pencereli Yapı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15361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QMainWindow + 4 QDialog, exec_() modal çağrı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15568"/>
            <a:ext cx="4206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1252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330952" y="1225296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Mimarisi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30952" y="1536192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sınıfı tüm SQL işlemlerini yönetir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2148840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148840"/>
            <a:ext cx="4206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0392" y="2258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256946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oduncler → kitaplar ve uyeler tabloları ilişkisi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148840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48840"/>
            <a:ext cx="42062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30952" y="2258568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 SQL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30952" y="2569464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WHERE, params listesi, ? güvenliği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28600" y="3182112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182112"/>
            <a:ext cx="42062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1" name="Text 29"/>
          <p:cNvSpPr/>
          <p:nvPr/>
        </p:nvSpPr>
        <p:spPr>
          <a:xfrm>
            <a:off x="338328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50392" y="329184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Sinyal-Slot Zinciri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50392" y="360273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textChanged, clicked, currentIndexChanged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182112"/>
            <a:ext cx="4206240" cy="841248"/>
          </a:xfrm>
          <a:prstGeom prst="rect">
            <a:avLst/>
          </a:prstGeom>
          <a:solidFill>
            <a:srgbClr val="12203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182112"/>
            <a:ext cx="420624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4"/>
          <p:cNvSpPr/>
          <p:nvPr/>
        </p:nvSpPr>
        <p:spPr>
          <a:xfrm>
            <a:off x="4818888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330952" y="3291840"/>
            <a:ext cx="34564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QTimer Otomasyonu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30952" y="3602736"/>
            <a:ext cx="34564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saniyede bir istatistik otomatik güncelleme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8600" y="4133088"/>
            <a:ext cx="868680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40" name="Text 38"/>
          <p:cNvSpPr/>
          <p:nvPr/>
        </p:nvSpPr>
        <p:spPr>
          <a:xfrm>
            <a:off x="320040" y="417880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Tek dosya  ·  ~400 satır  ·  3 SQLite tablosu  ·  5 pencere  ·  Tam CRUD  ·  CSV export  ·  Dönem projesi şablonu olarak kullanılabilir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2286000" cy="2286000"/>
          </a:xfrm>
          <a:prstGeom prst="ellipse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14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Projeniz İçin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Uygulamayı Şablon Olarak Kullanın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2029968"/>
            <a:ext cx="32004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17627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2176272"/>
            <a:ext cx="54864" cy="34747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" y="21945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DB sınıfını kendi tablolarınıza göre uyarlayın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58775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87752"/>
            <a:ext cx="54864" cy="34747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606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Pencere sayısını ve modülleri değiştirin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" y="2999232"/>
            <a:ext cx="54864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" y="301752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QTableWidget ile kendi verilerinizi listeleyin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41071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410712"/>
            <a:ext cx="54864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4290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Filtre ve arama özelliğini her modüle ekleyin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82219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822192"/>
            <a:ext cx="54864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" y="38404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 export ile raporlama ekleyin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233672"/>
            <a:ext cx="5669280" cy="347472"/>
          </a:xfrm>
          <a:prstGeom prst="rect">
            <a:avLst/>
          </a:prstGeom>
          <a:solidFill>
            <a:srgbClr val="12203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4233672"/>
            <a:ext cx="54864" cy="3474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" y="42519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QTimer ile otomatik yenileme kurgulayın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0116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Başarılar! 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0" y="2633472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Öğr. Üyesi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Sevdanur GENÇ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36499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Programlama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(PyQt5)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4700016"/>
            <a:ext cx="9144000" cy="443484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kutuphane_takip_sistemi.py  ·  ~400 satır Python  ·  PyQt5 + SQLite  ·  Tek dosya çalıştır, anında dene!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Kütüphane Takip Sistemi</dc:title>
  <dc:subject>PptxGenJS Presentation</dc:subject>
  <dc:creator>Dr. Öğr. Üyesi Sevdanur GENÇ</dc:creator>
  <cp:lastModifiedBy>Dr. Öğr. Üyesi Sevdanur GENÇ</cp:lastModifiedBy>
  <cp:revision>1</cp:revision>
  <dcterms:created xsi:type="dcterms:W3CDTF">2026-03-31T22:27:16Z</dcterms:created>
  <dcterms:modified xsi:type="dcterms:W3CDTF">2026-03-31T22:27:16Z</dcterms:modified>
</cp:coreProperties>
</file>