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-457200"/>
            <a:ext cx="2286000" cy="2286000"/>
          </a:xfrm>
          <a:prstGeom prst="ellipse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3474720"/>
            <a:ext cx="1371600" cy="1371600"/>
          </a:xfrm>
          <a:prstGeom prst="ellipse">
            <a:avLst/>
          </a:prstGeom>
          <a:solidFill>
            <a:srgbClr val="22D3EE">
              <a:alpha val="2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1920240"/>
            <a:ext cx="822960" cy="822960"/>
          </a:xfrm>
          <a:prstGeom prst="ellipse">
            <a:avLst/>
          </a:prstGeom>
          <a:solidFill>
            <a:srgbClr val="34D399">
              <a:alpha val="3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1463040"/>
            <a:ext cx="457200" cy="457200"/>
          </a:xfrm>
          <a:prstGeom prst="ellipse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1968" y="548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QComboBox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01968" y="12070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QCheckBox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01968" y="186537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QRadioButton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01968" y="25237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QSlider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01968" y="31821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QSpinBox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01968" y="3840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QTableWidget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457200"/>
            <a:ext cx="2743200" cy="347472"/>
          </a:xfrm>
          <a:prstGeom prst="rect">
            <a:avLst/>
          </a:prstGeom>
          <a:solidFill>
            <a:srgbClr val="6366F1">
              <a:alpha val="7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4572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PROGRAMLAMA  (PyQt)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9601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0040" y="135331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Seçim ve Veri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320040" y="1975104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Widget'ları</a:t>
            </a:r>
            <a:endParaRPr lang="en-US" sz="4600" dirty="0"/>
          </a:p>
        </p:txBody>
      </p:sp>
      <p:sp>
        <p:nvSpPr>
          <p:cNvPr id="19" name="Shape 17"/>
          <p:cNvSpPr/>
          <p:nvPr/>
        </p:nvSpPr>
        <p:spPr>
          <a:xfrm>
            <a:off x="320040" y="2816352"/>
            <a:ext cx="320040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9718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Sevdanur GENÇ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" y="340156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QComboBox  ·  QCheckBox  ·  QRadioButton  ·  QSlider  ·  QSpinBox  ·  QTableWidget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Konuları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24128"/>
            <a:ext cx="2743200" cy="16916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24128"/>
            <a:ext cx="27432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07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86968" y="120700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QComboBox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" y="16184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Açılır seçim listesi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2468880" cy="365760"/>
          </a:xfrm>
          <a:prstGeom prst="rect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214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🔽  Seçim &amp; Veri Widget'ı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2968" y="1024128"/>
            <a:ext cx="2743200" cy="16916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024128"/>
            <a:ext cx="27432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207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31336" y="120700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QCheckBox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31336" y="16184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seçim kutusu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10128" y="2121408"/>
            <a:ext cx="2468880" cy="365760"/>
          </a:xfrm>
          <a:prstGeom prst="rect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310128" y="21214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Seçim &amp; Veri Widget'ı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17336" y="1024128"/>
            <a:ext cx="2743200" cy="16916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17336" y="1024128"/>
            <a:ext cx="274320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6254496" y="1207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75704" y="120700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QRadioButton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75704" y="16184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seçimli radyo butonu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54496" y="2121408"/>
            <a:ext cx="2468880" cy="365760"/>
          </a:xfrm>
          <a:prstGeom prst="rect">
            <a:avLst/>
          </a:prstGeom>
          <a:solidFill>
            <a:srgbClr val="34D399">
              <a:alpha val="1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54496" y="21214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🔘  Seçim &amp; Veri Widget'ı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2990088"/>
            <a:ext cx="2743200" cy="16916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2990088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172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86968" y="317296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QSlider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86968" y="35844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Kaydırma çubuğu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87368"/>
            <a:ext cx="2468880" cy="365760"/>
          </a:xfrm>
          <a:prstGeom prst="rect">
            <a:avLst/>
          </a:prstGeom>
          <a:solidFill>
            <a:srgbClr val="F59E0B">
              <a:alpha val="1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0873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🎚️  Seçim &amp; Veri Widget'ı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72968" y="2990088"/>
            <a:ext cx="2743200" cy="16916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72968" y="2990088"/>
            <a:ext cx="2743200" cy="5486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5" name="Text 33"/>
          <p:cNvSpPr/>
          <p:nvPr/>
        </p:nvSpPr>
        <p:spPr>
          <a:xfrm>
            <a:off x="3310128" y="3172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831336" y="317296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QSpinBox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831336" y="35844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Sayısal artış/azalış kutusu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10128" y="4087368"/>
            <a:ext cx="2468880" cy="365760"/>
          </a:xfrm>
          <a:prstGeom prst="rect">
            <a:avLst/>
          </a:prstGeom>
          <a:solidFill>
            <a:srgbClr val="F472B6">
              <a:alpha val="1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310128" y="40873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Seçim &amp; Veri Widget'ı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17336" y="2990088"/>
            <a:ext cx="2743200" cy="16916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17336" y="2990088"/>
            <a:ext cx="27432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2" name="Text 40"/>
          <p:cNvSpPr/>
          <p:nvPr/>
        </p:nvSpPr>
        <p:spPr>
          <a:xfrm>
            <a:off x="6254496" y="3172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775704" y="317296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QTableWidget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75704" y="35844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Satır-sütun veri tablosu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54496" y="4087368"/>
            <a:ext cx="2468880" cy="365760"/>
          </a:xfrm>
          <a:prstGeom prst="rect">
            <a:avLst/>
          </a:prstGeom>
          <a:solidFill>
            <a:srgbClr val="A78BFA">
              <a:alpha val="1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254496" y="40873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Seçim &amp; Veri Widget'ı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QComboBox — Açılır Seçim Listesi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24128"/>
            <a:ext cx="4206240" cy="37490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24128"/>
            <a:ext cx="420624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338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Nedir?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Kullanıcının bir liste içinden tek bir öğe seçmesini sağlayan açılır kutu widget'ıdır. Hem seçme hem yazma modunu destekler.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304288"/>
            <a:ext cx="4023360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2304288"/>
            <a:ext cx="54864" cy="3657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340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addItem() / addItems() ile öğe eklenir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743200"/>
            <a:ext cx="4023360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2743200"/>
            <a:ext cx="54864" cy="3657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7797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currentText() seçili metni döner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182112"/>
            <a:ext cx="4023360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3182112"/>
            <a:ext cx="54864" cy="3657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2186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currentIndex() seçili indeksi döner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621024"/>
            <a:ext cx="4023360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3621024"/>
            <a:ext cx="54864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3657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setEditable(True) yazılabilir yapar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059936"/>
            <a:ext cx="4023360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4059936"/>
            <a:ext cx="54864" cy="36576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40965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currentIndexChanged sinyali mevcuttur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024128"/>
            <a:ext cx="4206240" cy="37490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024128"/>
            <a:ext cx="420624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1155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Örneği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14813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PyQt5.QtWidgets 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92040" y="16870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QComboBox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2040" y="18928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20985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combo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QComboBox(widget)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23042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92040" y="25100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Tek tek ekle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92040" y="27157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combo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.addItem(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92040" y="29215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92040" y="31272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Liste olarak ekle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92040" y="33329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combo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.addItems(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["A","B","C"]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92040" y="35387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92040" y="37444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Seçili değeri al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92040" y="39502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metin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combo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.currentText()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92040" y="41559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92040" y="43616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Sinyal bağla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92040" y="45674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combo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.currentIndexChanged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.connect(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QCheckBox  &amp;  QRadioButton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24128"/>
            <a:ext cx="4206240" cy="37490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24128"/>
            <a:ext cx="4206240" cy="457200"/>
          </a:xfrm>
          <a:prstGeom prst="rect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698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QCheckBox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seçime izin verir. Kullanıcı aynı anda birden fazla kutuyu işaretleyebilir.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76272"/>
            <a:ext cx="4023360" cy="23774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2249424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QCheckBox(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2496312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.setChecked(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" y="2743200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2990088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Durum kontrolü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" y="3236976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cb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.isChecked():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8912" y="3483864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print("Seçili")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" y="3730752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8912" y="3977640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Sinyal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8912" y="4224528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.stateChanged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.connect(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024128"/>
            <a:ext cx="4206240" cy="37490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024128"/>
            <a:ext cx="4206240" cy="457200"/>
          </a:xfrm>
          <a:prstGeom prst="rect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0698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QRadioButton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92040" y="15727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gruptaki butonlardan yalnızca biri seçilebilir. QButtonGroup ile mantıksal gruplanır.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2176272"/>
            <a:ext cx="4023360" cy="23774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2249424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rb1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QRadioButton(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"Erkek"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19472" y="2496312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rb2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QRadioButton(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"Kadin"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19472" y="2743200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rb1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.setChecked(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19472" y="2990088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19472" y="3236976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Gruplama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19472" y="3483864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PyQt5.QtWidgets 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19472" y="3730752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QButtonGroup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19472" y="3977640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QButtonGroup()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19472" y="4224528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.addButton(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rb1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QSlider  &amp;  QSpinBox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24128"/>
            <a:ext cx="4206240" cy="37490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24128"/>
            <a:ext cx="4206240" cy="45720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698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QSlider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değer aralığında sürükleyerek seçim yapmayı sağlar. Yatay (Horizontal) veya dikey (Vertical) olabilir.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176272"/>
            <a:ext cx="3749040" cy="10972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176272"/>
            <a:ext cx="20116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2331720" y="208483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3591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67712" y="23591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03320" y="23591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651760"/>
            <a:ext cx="4023360" cy="19202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2715768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QSlider(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Qt.Horizontal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8912" y="2962656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.setRange(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8912" y="3209544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.setValue(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8912" y="3456432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.setTickInterval(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8912" y="3703320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8912" y="3950208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Değer değişince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8912" y="4197096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.valueChanged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.connect(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1024128"/>
            <a:ext cx="4206240" cy="37490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024128"/>
            <a:ext cx="4206240" cy="457200"/>
          </a:xfrm>
          <a:prstGeom prst="rect">
            <a:avLst/>
          </a:prstGeom>
          <a:solidFill>
            <a:srgbClr val="F472B6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0698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QSpinBox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892040" y="15727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Yukarı/aşağı ok ile sayısal değer girmek için kullanılır. Prefix, suffix ve adım aralığı ayarlanabilir.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66360" y="2176272"/>
            <a:ext cx="1828800" cy="41148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21762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not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12280" y="2176272"/>
            <a:ext cx="182880" cy="201168"/>
          </a:xfrm>
          <a:prstGeom prst="rect">
            <a:avLst/>
          </a:prstGeom>
          <a:solidFill>
            <a:srgbClr val="F472B6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217627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72B6"/>
                </a:solidFill>
              </a:rPr>
              <a:t>▲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12280" y="2386584"/>
            <a:ext cx="182880" cy="201168"/>
          </a:xfrm>
          <a:prstGeom prst="rect">
            <a:avLst/>
          </a:prstGeom>
          <a:solidFill>
            <a:srgbClr val="F472B6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812280" y="238658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72B6"/>
                </a:solidFill>
              </a:rPr>
              <a:t>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2651760"/>
            <a:ext cx="4023360" cy="19202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4" name="Text 32"/>
          <p:cNvSpPr/>
          <p:nvPr/>
        </p:nvSpPr>
        <p:spPr>
          <a:xfrm>
            <a:off x="4919472" y="2715768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QSpinBox(widget)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19472" y="2962656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.setRange(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19472" y="3209544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.setValue(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19472" y="3456432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.setSingleStep(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19472" y="3703320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.setPrefix(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"Not: 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19472" y="3950208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.setSuffix(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puan"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19472" y="4197096"/>
            <a:ext cx="3822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deger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.value()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QTableWidget — Tablo Widget'ı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24128"/>
            <a:ext cx="4160520" cy="37490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24128"/>
            <a:ext cx="416052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1556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Yöntemler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3977640" cy="3474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536192"/>
            <a:ext cx="54864" cy="34747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4533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setRowCount(n)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719072"/>
            <a:ext cx="3749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Satır sayısını ayarlar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938528"/>
            <a:ext cx="3977640" cy="3474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1938528"/>
            <a:ext cx="54864" cy="3474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4767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setColumnCount(n)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121408"/>
            <a:ext cx="3749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 sayısını ayarlar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340864"/>
            <a:ext cx="3977640" cy="3474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2340864"/>
            <a:ext cx="54864" cy="3474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35000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setHorizontalHeaderLabels()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523744"/>
            <a:ext cx="3749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 isimlerini belirler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743200"/>
            <a:ext cx="3977640" cy="3474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2743200"/>
            <a:ext cx="54864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75234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setItem(row, col, item)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2926080"/>
            <a:ext cx="3749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Hücreye veri yazar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145536"/>
            <a:ext cx="3977640" cy="3474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3145536"/>
            <a:ext cx="54864" cy="34747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1546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item(row, col).text()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3328416"/>
            <a:ext cx="3749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Hücre değerini okur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547872"/>
            <a:ext cx="3977640" cy="3474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3547872"/>
            <a:ext cx="54864" cy="34747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55701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insertRow(row)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3730752"/>
            <a:ext cx="3749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Satır ekler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950208"/>
            <a:ext cx="3977640" cy="3474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3950208"/>
            <a:ext cx="54864" cy="34747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9593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removeRow(row)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133088"/>
            <a:ext cx="3749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Satır siler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4352544"/>
            <a:ext cx="3977640" cy="3474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7" name="Shape 35"/>
          <p:cNvSpPr/>
          <p:nvPr/>
        </p:nvSpPr>
        <p:spPr>
          <a:xfrm>
            <a:off x="320040" y="4352544"/>
            <a:ext cx="54864" cy="3474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3616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currentRow()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4535424"/>
            <a:ext cx="3749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Seçili satır indeksi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17720" y="1024128"/>
            <a:ext cx="4297680" cy="37490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1024128"/>
            <a:ext cx="429768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2" name="Text 40"/>
          <p:cNvSpPr/>
          <p:nvPr/>
        </p:nvSpPr>
        <p:spPr>
          <a:xfrm>
            <a:off x="4800600" y="11155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Örneği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800600" y="1463040"/>
            <a:ext cx="4023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tablo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QTableWidget()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1682496"/>
            <a:ext cx="4023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tablo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.setColumnCount(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00600" y="1901952"/>
            <a:ext cx="4023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tablo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.setHorizontalHeaderLabels(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00600" y="2121408"/>
            <a:ext cx="4023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["Ad","Not","Durum"]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00600" y="2340864"/>
            <a:ext cx="4023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00600" y="2560320"/>
            <a:ext cx="4023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Hücreye veri yaz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00600" y="2779776"/>
            <a:ext cx="4023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QTableWidgetItem(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"Ali"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00600" y="2999232"/>
            <a:ext cx="4023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tablo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.setItem(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item)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00600" y="3218688"/>
            <a:ext cx="4023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00600" y="3438144"/>
            <a:ext cx="4023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Satır ekle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00600" y="3657600"/>
            <a:ext cx="4023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tablo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.rowCount()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00600" y="3877056"/>
            <a:ext cx="4023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tablo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.insertRow(</a:t>
            </a:r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800600" y="4096512"/>
            <a:ext cx="4023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800600" y="4315968"/>
            <a:ext cx="4023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Seçili satırı sil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800600" y="4535424"/>
            <a:ext cx="4023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tablo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.removeRow(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tablo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.currentRow())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Uygulaması — Öğrenci Not Takip Sistemi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24128"/>
            <a:ext cx="2697480" cy="38404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2412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🔽 Seçim Widget'ları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3240" y="1024128"/>
            <a:ext cx="2697480" cy="38404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8" name="Text 6"/>
          <p:cNvSpPr/>
          <p:nvPr/>
        </p:nvSpPr>
        <p:spPr>
          <a:xfrm>
            <a:off x="3063240" y="102412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🎚️ Sayısal Widget'lar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97880" y="1024128"/>
            <a:ext cx="2697480" cy="38404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5897880" y="102412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Tablo Widget'ı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444752"/>
            <a:ext cx="8686800" cy="32918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554480"/>
            <a:ext cx="205740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5544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Soyad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1554480"/>
            <a:ext cx="205740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5544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1554480"/>
            <a:ext cx="205740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5544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(0-100)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0" y="1554480"/>
            <a:ext cx="82296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5544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Ekle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0" y="1554480"/>
            <a:ext cx="82296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15544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Sil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029968"/>
            <a:ext cx="2194560" cy="34747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0299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Soyad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51176" y="2029968"/>
            <a:ext cx="2194560" cy="34747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5" name="Text 23"/>
          <p:cNvSpPr/>
          <p:nvPr/>
        </p:nvSpPr>
        <p:spPr>
          <a:xfrm>
            <a:off x="2551176" y="20299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82312" y="2029968"/>
            <a:ext cx="1005840" cy="34747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7" name="Text 25"/>
          <p:cNvSpPr/>
          <p:nvPr/>
        </p:nvSpPr>
        <p:spPr>
          <a:xfrm>
            <a:off x="4782312" y="20299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24728" y="2029968"/>
            <a:ext cx="1005840" cy="34747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9" name="Text 27"/>
          <p:cNvSpPr/>
          <p:nvPr/>
        </p:nvSpPr>
        <p:spPr>
          <a:xfrm>
            <a:off x="5824728" y="20299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2414016"/>
            <a:ext cx="2194560" cy="32918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241401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Ahmet Yilmaz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51176" y="2414016"/>
            <a:ext cx="2194560" cy="32918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3" name="Text 31"/>
          <p:cNvSpPr/>
          <p:nvPr/>
        </p:nvSpPr>
        <p:spPr>
          <a:xfrm>
            <a:off x="2551176" y="241401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Gorsel Programlama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82312" y="2414016"/>
            <a:ext cx="1005840" cy="32918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5" name="Text 33"/>
          <p:cNvSpPr/>
          <p:nvPr/>
        </p:nvSpPr>
        <p:spPr>
          <a:xfrm>
            <a:off x="4782312" y="241401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24728" y="2414016"/>
            <a:ext cx="1005840" cy="32918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7" name="Text 35"/>
          <p:cNvSpPr/>
          <p:nvPr/>
        </p:nvSpPr>
        <p:spPr>
          <a:xfrm>
            <a:off x="5824728" y="241401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Gecti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2761488"/>
            <a:ext cx="2194560" cy="32918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276148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Zeynep Kaya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51176" y="2761488"/>
            <a:ext cx="2194560" cy="32918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1" name="Text 39"/>
          <p:cNvSpPr/>
          <p:nvPr/>
        </p:nvSpPr>
        <p:spPr>
          <a:xfrm>
            <a:off x="2551176" y="276148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Yapilari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82312" y="2761488"/>
            <a:ext cx="1005840" cy="32918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3" name="Text 41"/>
          <p:cNvSpPr/>
          <p:nvPr/>
        </p:nvSpPr>
        <p:spPr>
          <a:xfrm>
            <a:off x="4782312" y="276148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824728" y="2761488"/>
            <a:ext cx="1005840" cy="32918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5" name="Text 43"/>
          <p:cNvSpPr/>
          <p:nvPr/>
        </p:nvSpPr>
        <p:spPr>
          <a:xfrm>
            <a:off x="5824728" y="276148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Gecti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" y="3108960"/>
            <a:ext cx="2194560" cy="32918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" y="31089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Mehmet Demir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551176" y="3108960"/>
            <a:ext cx="2194560" cy="32918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9" name="Text 47"/>
          <p:cNvSpPr/>
          <p:nvPr/>
        </p:nvSpPr>
        <p:spPr>
          <a:xfrm>
            <a:off x="2551176" y="31089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82312" y="3108960"/>
            <a:ext cx="1005840" cy="32918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1" name="Text 49"/>
          <p:cNvSpPr/>
          <p:nvPr/>
        </p:nvSpPr>
        <p:spPr>
          <a:xfrm>
            <a:off x="4782312" y="310896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824728" y="3108960"/>
            <a:ext cx="1005840" cy="32918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3" name="Text 51"/>
          <p:cNvSpPr/>
          <p:nvPr/>
        </p:nvSpPr>
        <p:spPr>
          <a:xfrm>
            <a:off x="5824728" y="310896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Kaldi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0040" y="3456432"/>
            <a:ext cx="2194560" cy="32918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5" name="Text 53"/>
          <p:cNvSpPr/>
          <p:nvPr/>
        </p:nvSpPr>
        <p:spPr>
          <a:xfrm>
            <a:off x="320040" y="345643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Celik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551176" y="3456432"/>
            <a:ext cx="2194560" cy="32918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7" name="Text 55"/>
          <p:cNvSpPr/>
          <p:nvPr/>
        </p:nvSpPr>
        <p:spPr>
          <a:xfrm>
            <a:off x="2551176" y="345643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Gorsel Programlama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782312" y="3456432"/>
            <a:ext cx="1005840" cy="32918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9" name="Text 57"/>
          <p:cNvSpPr/>
          <p:nvPr/>
        </p:nvSpPr>
        <p:spPr>
          <a:xfrm>
            <a:off x="4782312" y="345643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824728" y="3456432"/>
            <a:ext cx="1005840" cy="32918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1" name="Text 59"/>
          <p:cNvSpPr/>
          <p:nvPr/>
        </p:nvSpPr>
        <p:spPr>
          <a:xfrm>
            <a:off x="5824728" y="345643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Gecti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20040" y="4453128"/>
            <a:ext cx="8503920" cy="20116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3" name="Text 61"/>
          <p:cNvSpPr/>
          <p:nvPr/>
        </p:nvSpPr>
        <p:spPr>
          <a:xfrm>
            <a:off x="411480" y="446227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Toplam: 4 öğrenci  |  Ortalama: 77.5  |  Geçti: 3  |  Kaldı: 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-457200"/>
            <a:ext cx="2560320" cy="2560320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11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— Özet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5577840" cy="475488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64008" cy="4754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22529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QComboBox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435608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Açılır liste, addItems(), currentText()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5577840" cy="475488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55648"/>
            <a:ext cx="64008" cy="47548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79222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QCheckBox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002536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seçim, isChecked(), stateChanged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22576"/>
            <a:ext cx="5577840" cy="475488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22576"/>
            <a:ext cx="64008" cy="47548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3591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QRadioButton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2569464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seçim, QButtonGroup ile gruplama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89504"/>
            <a:ext cx="5577840" cy="475488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89504"/>
            <a:ext cx="64008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92608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QSlider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313639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Kaydırma, setRange(), valueChanged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456432"/>
            <a:ext cx="5577840" cy="475488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456432"/>
            <a:ext cx="64008" cy="47548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49300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QSpinBox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3703320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Sayısal giriş, setPrefix/Suffix, value()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23360"/>
            <a:ext cx="5577840" cy="475488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023360"/>
            <a:ext cx="64008" cy="47548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405993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QTableWidget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" y="4270248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Tablo, setItem(), insertRow(), removeRow()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10058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355080" y="1783080"/>
            <a:ext cx="2606040" cy="384048"/>
          </a:xfrm>
          <a:prstGeom prst="rect">
            <a:avLst/>
          </a:prstGeom>
          <a:solidFill>
            <a:srgbClr val="1F2937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181051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QMenuBar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55080" y="2258568"/>
            <a:ext cx="2606040" cy="384048"/>
          </a:xfrm>
          <a:prstGeom prst="rect">
            <a:avLst/>
          </a:prstGeom>
          <a:solidFill>
            <a:srgbClr val="1F2937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228600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QToolBar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55080" y="2734056"/>
            <a:ext cx="2606040" cy="384048"/>
          </a:xfrm>
          <a:prstGeom prst="rect">
            <a:avLst/>
          </a:prstGeom>
          <a:solidFill>
            <a:srgbClr val="1F2937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276148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QStatusBar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55080" y="3209544"/>
            <a:ext cx="2606040" cy="384048"/>
          </a:xfrm>
          <a:prstGeom prst="rect">
            <a:avLst/>
          </a:prstGeom>
          <a:solidFill>
            <a:srgbClr val="1F2937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3236976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QDockWidget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55080" y="3685032"/>
            <a:ext cx="2606040" cy="384048"/>
          </a:xfrm>
          <a:prstGeom prst="rect">
            <a:avLst/>
          </a:prstGeom>
          <a:solidFill>
            <a:srgbClr val="1F2937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371246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QDialog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55080" y="4160520"/>
            <a:ext cx="2606040" cy="384048"/>
          </a:xfrm>
          <a:prstGeom prst="rect">
            <a:avLst/>
          </a:prstGeom>
          <a:solidFill>
            <a:srgbClr val="1F2937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355080" y="418795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Dosya Dialogları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Sevdanur GENÇ  ·  Görsel Programlama (PyQt)  ·  Hafta 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Görsel Programlama - PyQt5 İkinci Hafta</dc:title>
  <dc:subject>PptxGenJS Presentation</dc:subject>
  <dc:creator>Dr. Öğr. Üyesi Sevdanur GENÇ</dc:creator>
  <cp:lastModifiedBy>Dr. Öğr. Üyesi Sevdanur GENÇ</cp:lastModifiedBy>
  <cp:revision>1</cp:revision>
  <dcterms:created xsi:type="dcterms:W3CDTF">2026-03-04T02:48:45Z</dcterms:created>
  <dcterms:modified xsi:type="dcterms:W3CDTF">2026-03-04T02:48:45Z</dcterms:modified>
</cp:coreProperties>
</file>