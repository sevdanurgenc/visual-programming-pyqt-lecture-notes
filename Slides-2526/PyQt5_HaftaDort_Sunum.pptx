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C1828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0" y="-457200"/>
            <a:ext cx="2377440" cy="2377440"/>
          </a:xfrm>
          <a:prstGeom prst="ellipse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0" y="3474720"/>
            <a:ext cx="1463040" cy="1463040"/>
          </a:xfrm>
          <a:prstGeom prst="ellipse">
            <a:avLst/>
          </a:prstGeom>
          <a:solidFill>
            <a:srgbClr val="06B6D4">
              <a:alpha val="22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0" y="1920240"/>
            <a:ext cx="640080" cy="640080"/>
          </a:xfrm>
          <a:prstGeom prst="ellipse">
            <a:avLst/>
          </a:prstGeom>
          <a:solidFill>
            <a:srgbClr val="10B981">
              <a:alpha val="3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0" y="7315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>
                    <a:alpha val="62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QTabWidget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75120" y="16002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>
                    <a:alpha val="62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QStackedWidget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75120" y="24688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>
                    <a:alpha val="62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QProgressBar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0" y="33375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>
                    <a:alpha val="62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QLCDNumber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411480"/>
            <a:ext cx="2926080" cy="347472"/>
          </a:xfrm>
          <a:prstGeom prst="rect">
            <a:avLst/>
          </a:prstGeom>
          <a:solidFill>
            <a:srgbClr val="8B5CF6">
              <a:alpha val="7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41148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GÖRSEL PROGRAMLAMA  (PyQt)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" y="91440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20040" y="1325880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Görsel Bileşenler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320040" y="1947672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İlerleme Takibi</a:t>
            </a:r>
            <a:endParaRPr lang="en-US" sz="4200" dirty="0"/>
          </a:p>
        </p:txBody>
      </p:sp>
      <p:sp>
        <p:nvSpPr>
          <p:cNvPr id="16" name="Shape 14"/>
          <p:cNvSpPr/>
          <p:nvPr/>
        </p:nvSpPr>
        <p:spPr>
          <a:xfrm>
            <a:off x="320040" y="2761488"/>
            <a:ext cx="292608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2907792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Öğr. Üyesi Sevdanur GENÇ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20040" y="333756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QTabWidget  ·  QStackedWidget  ·  QProgressBar  ·  QLCDNumber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C18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Haftanın Konuları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50392"/>
            <a:ext cx="914400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024128"/>
            <a:ext cx="4206240" cy="1828800"/>
          </a:xfrm>
          <a:prstGeom prst="rect">
            <a:avLst/>
          </a:prstGeom>
          <a:solidFill>
            <a:srgbClr val="122035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24128"/>
            <a:ext cx="420624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393192" y="120700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41832" y="120700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QTabWidget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41832" y="161848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Sekmeli çok sayfalı paneller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93192" y="2029968"/>
            <a:ext cx="3858768" cy="548640"/>
          </a:xfrm>
          <a:prstGeom prst="rect">
            <a:avLst/>
          </a:prstGeom>
          <a:solidFill>
            <a:srgbClr val="0C1828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" y="2075688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Birden fazla içerik arasında sekme ile geçiş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024128"/>
            <a:ext cx="4206240" cy="1828800"/>
          </a:xfrm>
          <a:prstGeom prst="rect">
            <a:avLst/>
          </a:prstGeom>
          <a:solidFill>
            <a:srgbClr val="122035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024128"/>
            <a:ext cx="420624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4873752" y="120700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422392" y="120700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QStackedWidget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422392" y="161848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Sayfa yığını / sihirbaz akışı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73752" y="2029968"/>
            <a:ext cx="3858768" cy="548640"/>
          </a:xfrm>
          <a:prstGeom prst="rect">
            <a:avLst/>
          </a:prstGeom>
          <a:solidFill>
            <a:srgbClr val="0C1828"/>
          </a:solidFill>
          <a:ln/>
        </p:spPr>
      </p:sp>
      <p:sp>
        <p:nvSpPr>
          <p:cNvPr id="18" name="Text 16"/>
          <p:cNvSpPr/>
          <p:nvPr/>
        </p:nvSpPr>
        <p:spPr>
          <a:xfrm>
            <a:off x="4965192" y="2075688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Yalnızca bir sayfayı gösterip diğerlerini saklar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" y="3054096"/>
            <a:ext cx="4206240" cy="1828800"/>
          </a:xfrm>
          <a:prstGeom prst="rect">
            <a:avLst/>
          </a:prstGeom>
          <a:solidFill>
            <a:srgbClr val="122035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3054096"/>
            <a:ext cx="42062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393192" y="323697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41832" y="3236976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QProgressBar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41832" y="36484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İlerleme ve yükleme çubuğu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93192" y="4059936"/>
            <a:ext cx="3858768" cy="548640"/>
          </a:xfrm>
          <a:prstGeom prst="rect">
            <a:avLst/>
          </a:prstGeom>
          <a:solidFill>
            <a:srgbClr val="0C1828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" y="4105656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Belirsiz ve yüzde bazlı ilerleme gösterimi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3054096"/>
            <a:ext cx="4206240" cy="1828800"/>
          </a:xfrm>
          <a:prstGeom prst="rect">
            <a:avLst/>
          </a:prstGeom>
          <a:solidFill>
            <a:srgbClr val="122035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3054096"/>
            <a:ext cx="42062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4873752" y="323697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5422392" y="3236976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QLCDNumber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5422392" y="36484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Dijital sayı/saat göstergesi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73752" y="4059936"/>
            <a:ext cx="3858768" cy="548640"/>
          </a:xfrm>
          <a:prstGeom prst="rect">
            <a:avLst/>
          </a:prstGeom>
          <a:solidFill>
            <a:srgbClr val="0C1828"/>
          </a:solidFill>
          <a:ln/>
        </p:spPr>
      </p:sp>
      <p:sp>
        <p:nvSpPr>
          <p:cNvPr id="32" name="Text 30"/>
          <p:cNvSpPr/>
          <p:nvPr/>
        </p:nvSpPr>
        <p:spPr>
          <a:xfrm>
            <a:off x="4965192" y="4105656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tarzı sayısal ve saat bilgisi gösterimi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C18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QTabWidget — Sekmeli Paneller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50392"/>
            <a:ext cx="914400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005840"/>
            <a:ext cx="4206240" cy="3794760"/>
          </a:xfrm>
          <a:prstGeom prst="rect">
            <a:avLst/>
          </a:prstGeom>
          <a:solidFill>
            <a:srgbClr val="122035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420624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11556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Kullanım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4630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Birden fazla içerik alanını sekmeler halinde organize eder. Tab pozisyonu ayarlanabilir, sekmeler sürüklenebilir.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121408"/>
            <a:ext cx="4023360" cy="301752"/>
          </a:xfrm>
          <a:prstGeom prst="rect">
            <a:avLst/>
          </a:prstGeom>
          <a:solidFill>
            <a:srgbClr val="0C1828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2121408"/>
            <a:ext cx="54864" cy="3017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14884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Qt.North (Varsayılan)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331720" y="2157984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konumu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487168"/>
            <a:ext cx="4023360" cy="301752"/>
          </a:xfrm>
          <a:prstGeom prst="rect">
            <a:avLst/>
          </a:prstGeom>
          <a:solidFill>
            <a:srgbClr val="0C1828"/>
          </a:solidFill>
          <a:ln/>
        </p:spPr>
      </p:sp>
      <p:sp>
        <p:nvSpPr>
          <p:cNvPr id="14" name="Shape 12"/>
          <p:cNvSpPr/>
          <p:nvPr/>
        </p:nvSpPr>
        <p:spPr>
          <a:xfrm>
            <a:off x="320040" y="2487168"/>
            <a:ext cx="54864" cy="3017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51460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Qt.South (Alt)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331720" y="2523744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konumu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852928"/>
            <a:ext cx="4023360" cy="301752"/>
          </a:xfrm>
          <a:prstGeom prst="rect">
            <a:avLst/>
          </a:prstGeom>
          <a:solidFill>
            <a:srgbClr val="0C1828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2852928"/>
            <a:ext cx="54864" cy="3017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88036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Qt.West (Sol)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331720" y="2889504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konumu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218688"/>
            <a:ext cx="4023360" cy="301752"/>
          </a:xfrm>
          <a:prstGeom prst="rect">
            <a:avLst/>
          </a:prstGeom>
          <a:solidFill>
            <a:srgbClr val="0C1828"/>
          </a:solidFill>
          <a:ln/>
        </p:spPr>
      </p:sp>
      <p:sp>
        <p:nvSpPr>
          <p:cNvPr id="22" name="Shape 20"/>
          <p:cNvSpPr/>
          <p:nvPr/>
        </p:nvSpPr>
        <p:spPr>
          <a:xfrm>
            <a:off x="320040" y="3218688"/>
            <a:ext cx="54864" cy="3017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24612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Qt.East (Sağ)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331720" y="3255264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konumu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621024"/>
            <a:ext cx="4023360" cy="201168"/>
          </a:xfrm>
          <a:prstGeom prst="rect">
            <a:avLst/>
          </a:prstGeom>
          <a:solidFill>
            <a:srgbClr val="060D18"/>
          </a:solidFill>
          <a:ln/>
        </p:spPr>
      </p:sp>
      <p:sp>
        <p:nvSpPr>
          <p:cNvPr id="26" name="Shape 24"/>
          <p:cNvSpPr/>
          <p:nvPr/>
        </p:nvSpPr>
        <p:spPr>
          <a:xfrm>
            <a:off x="320040" y="3621024"/>
            <a:ext cx="36576" cy="20116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7" name="Text 25"/>
          <p:cNvSpPr/>
          <p:nvPr/>
        </p:nvSpPr>
        <p:spPr>
          <a:xfrm>
            <a:off x="438912" y="3639312"/>
            <a:ext cx="3794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addTab(widget, 'Başlık')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3858768"/>
            <a:ext cx="4023360" cy="201168"/>
          </a:xfrm>
          <a:prstGeom prst="rect">
            <a:avLst/>
          </a:prstGeom>
          <a:solidFill>
            <a:srgbClr val="060D18"/>
          </a:solidFill>
          <a:ln/>
        </p:spPr>
      </p:sp>
      <p:sp>
        <p:nvSpPr>
          <p:cNvPr id="29" name="Shape 27"/>
          <p:cNvSpPr/>
          <p:nvPr/>
        </p:nvSpPr>
        <p:spPr>
          <a:xfrm>
            <a:off x="320040" y="3858768"/>
            <a:ext cx="36576" cy="20116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0" name="Text 28"/>
          <p:cNvSpPr/>
          <p:nvPr/>
        </p:nvSpPr>
        <p:spPr>
          <a:xfrm>
            <a:off x="438912" y="3877056"/>
            <a:ext cx="3794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setTabPosition(QTabWidget.North)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4096512"/>
            <a:ext cx="4023360" cy="201168"/>
          </a:xfrm>
          <a:prstGeom prst="rect">
            <a:avLst/>
          </a:prstGeom>
          <a:solidFill>
            <a:srgbClr val="060D18"/>
          </a:solidFill>
          <a:ln/>
        </p:spPr>
      </p:sp>
      <p:sp>
        <p:nvSpPr>
          <p:cNvPr id="32" name="Shape 30"/>
          <p:cNvSpPr/>
          <p:nvPr/>
        </p:nvSpPr>
        <p:spPr>
          <a:xfrm>
            <a:off x="320040" y="4096512"/>
            <a:ext cx="36576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438912" y="4114800"/>
            <a:ext cx="3794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setMovable(True) — sürükle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4334256"/>
            <a:ext cx="4023360" cy="201168"/>
          </a:xfrm>
          <a:prstGeom prst="rect">
            <a:avLst/>
          </a:prstGeom>
          <a:solidFill>
            <a:srgbClr val="060D18"/>
          </a:solidFill>
          <a:ln/>
        </p:spPr>
      </p:sp>
      <p:sp>
        <p:nvSpPr>
          <p:cNvPr id="35" name="Shape 33"/>
          <p:cNvSpPr/>
          <p:nvPr/>
        </p:nvSpPr>
        <p:spPr>
          <a:xfrm>
            <a:off x="320040" y="4334256"/>
            <a:ext cx="36576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438912" y="4352544"/>
            <a:ext cx="3794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currentChanged sinyal → sayfa indeksi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09160" y="1005840"/>
            <a:ext cx="4206240" cy="379476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09160" y="1005840"/>
            <a:ext cx="420624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9" name="Text 37"/>
          <p:cNvSpPr/>
          <p:nvPr/>
        </p:nvSpPr>
        <p:spPr>
          <a:xfrm>
            <a:off x="4892040" y="1097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Örneği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892040" y="1444752"/>
            <a:ext cx="3840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sekmeler 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QTabWidget()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892040" y="1647749"/>
            <a:ext cx="3840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sekmeler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.setTabPosition(</a:t>
            </a:r>
            <a:pPr indent="0" marL="0"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QTabWidget.North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892040" y="1850746"/>
            <a:ext cx="3840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sekmeler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.setMovable(</a:t>
            </a:r>
            <a:pPr indent="0" marL="0"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892040" y="2053742"/>
            <a:ext cx="3840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892040" y="2256739"/>
            <a:ext cx="3840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Sekme ekle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892040" y="2459736"/>
            <a:ext cx="3840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 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QWidget()</a:t>
            </a:r>
            <a:pPr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sayfa 1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892040" y="2662733"/>
            <a:ext cx="3840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sekmeler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.addTab(</a:t>
            </a:r>
            <a:pPr indent="0" marL="0">
              <a:buNone/>
            </a:pPr>
            <a:r>
              <a:rPr lang="en-US" sz="10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s1, 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"Profil"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892040" y="2865730"/>
            <a:ext cx="3840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892040" y="3068726"/>
            <a:ext cx="3840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Aktif sekme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892040" y="3271723"/>
            <a:ext cx="3840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idx 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sekmeler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.currentIndex()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892040" y="3474720"/>
            <a:ext cx="3840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sekmeler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.setCurrentIndex(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4892040" y="3677717"/>
            <a:ext cx="3840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4892040" y="3880714"/>
            <a:ext cx="3840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Sinyal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4892040" y="4083710"/>
            <a:ext cx="3840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sekmeler</a:t>
            </a:r>
            <a:pPr indent="0" marL="0"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.currentChanged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.connect(</a:t>
            </a:r>
            <a:pPr indent="0" marL="0">
              <a:buNone/>
            </a:pPr>
            <a:r>
              <a:rPr lang="en-US" sz="10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4892040" y="4286707"/>
            <a:ext cx="3840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4892040" y="4489704"/>
            <a:ext cx="3840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Sekme kapat/aç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4892040" y="4692701"/>
            <a:ext cx="3840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sekmeler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.setTabEnabled(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 False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C18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QStackedWidget — Sayfa Yığını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50392"/>
            <a:ext cx="91440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005840"/>
            <a:ext cx="4206240" cy="3794760"/>
          </a:xfrm>
          <a:prstGeom prst="rect">
            <a:avLst/>
          </a:prstGeom>
          <a:solidFill>
            <a:srgbClr val="122035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420624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11556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QTabWidget vs QStackedWidget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481328"/>
            <a:ext cx="4023360" cy="329184"/>
          </a:xfrm>
          <a:prstGeom prst="rect">
            <a:avLst/>
          </a:prstGeom>
          <a:solidFill>
            <a:srgbClr val="0C1828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499616"/>
            <a:ext cx="1316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Özellik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664208" y="1499616"/>
            <a:ext cx="1316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QTabWidget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08376" y="1499616"/>
            <a:ext cx="1316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QStackedWidget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847088"/>
            <a:ext cx="4023360" cy="347472"/>
          </a:xfrm>
          <a:prstGeom prst="rect">
            <a:avLst/>
          </a:prstGeom>
          <a:solidFill>
            <a:srgbClr val="0C1828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1901952"/>
            <a:ext cx="12984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Görünür sekme çubuğu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64208" y="1901952"/>
            <a:ext cx="13167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Var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80944" y="1901952"/>
            <a:ext cx="13167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Yok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249424"/>
            <a:ext cx="4023360" cy="347472"/>
          </a:xfrm>
          <a:prstGeom prst="rect">
            <a:avLst/>
          </a:prstGeom>
          <a:solidFill>
            <a:srgbClr val="060D18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304288"/>
            <a:ext cx="12984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Sayfa geçiş kontrolü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64208" y="2304288"/>
            <a:ext cx="13167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80944" y="2304288"/>
            <a:ext cx="13167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 kod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651760"/>
            <a:ext cx="4023360" cy="347472"/>
          </a:xfrm>
          <a:prstGeom prst="rect">
            <a:avLst/>
          </a:prstGeom>
          <a:solidFill>
            <a:srgbClr val="0C1828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2706624"/>
            <a:ext cx="12984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Kullanım senaryosu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664208" y="2706624"/>
            <a:ext cx="13167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içerik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980944" y="2706624"/>
            <a:ext cx="13167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Sihirbaz/Adım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309067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Sihirbaz Akışı: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401568"/>
            <a:ext cx="1097280" cy="502920"/>
          </a:xfrm>
          <a:prstGeom prst="rect">
            <a:avLst/>
          </a:prstGeom>
          <a:solidFill>
            <a:srgbClr val="0C1828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3401568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Sayfa 1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490472" y="3621024"/>
            <a:ext cx="320040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8" name="Shape 26"/>
          <p:cNvSpPr/>
          <p:nvPr/>
        </p:nvSpPr>
        <p:spPr>
          <a:xfrm>
            <a:off x="1737360" y="3401568"/>
            <a:ext cx="1097280" cy="5029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9" name="Text 27"/>
          <p:cNvSpPr/>
          <p:nvPr/>
        </p:nvSpPr>
        <p:spPr>
          <a:xfrm>
            <a:off x="1737360" y="3401568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Sayfa 2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862072" y="3621024"/>
            <a:ext cx="320040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1" name="Shape 29"/>
          <p:cNvSpPr/>
          <p:nvPr/>
        </p:nvSpPr>
        <p:spPr>
          <a:xfrm>
            <a:off x="3108960" y="3401568"/>
            <a:ext cx="1097280" cy="502920"/>
          </a:xfrm>
          <a:prstGeom prst="rect">
            <a:avLst/>
          </a:prstGeom>
          <a:solidFill>
            <a:srgbClr val="0C1828"/>
          </a:solidFill>
          <a:ln/>
        </p:spPr>
      </p:sp>
      <p:sp>
        <p:nvSpPr>
          <p:cNvPr id="32" name="Text 30"/>
          <p:cNvSpPr/>
          <p:nvPr/>
        </p:nvSpPr>
        <p:spPr>
          <a:xfrm>
            <a:off x="3108960" y="3401568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Sayfa 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65760" y="400507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setCurrentIndex(n) ile sayfa değiştirilir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09160" y="1005840"/>
            <a:ext cx="4206240" cy="379476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1005840"/>
            <a:ext cx="420624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6" name="Text 34"/>
          <p:cNvSpPr/>
          <p:nvPr/>
        </p:nvSpPr>
        <p:spPr>
          <a:xfrm>
            <a:off x="4892040" y="1097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Örneği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892040" y="144475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yigin 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QStackedWidget()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892040" y="1634947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892040" y="182514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Sayfa ekle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892040" y="201533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s1, s2, s3 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QWidget(), QWidget(), QWidget()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892040" y="2205533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yigin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.addWidget(</a:t>
            </a:r>
            <a:pPr indent="0" marL="0">
              <a:buNone/>
            </a:pPr>
            <a:r>
              <a:rPr lang="en-US" sz="10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892040" y="239572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yigin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.addWidget(</a:t>
            </a:r>
            <a:pPr indent="0" marL="0">
              <a:buNone/>
            </a:pPr>
            <a:r>
              <a:rPr lang="en-US" sz="10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s2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892040" y="2585923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892040" y="277611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Sayfa değiştir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892040" y="2966314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yigin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.setCurrentIndex(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892040" y="3156509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892040" y="3346704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Mevcut index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892040" y="3536899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idx 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yigin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.currentIndex()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892040" y="3727094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892040" y="391729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Toplam sayfa sayısı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4892040" y="4107485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yigin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.count()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4892040" y="429768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4892040" y="4487875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İleri / geri buton mantığı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4892040" y="467807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yigin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.setCurrentIndex(</a:t>
            </a:r>
            <a:pPr indent="0" marL="0">
              <a:buNone/>
            </a:pPr>
            <a:r>
              <a:rPr lang="en-US" sz="10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idx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+ 1)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C18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QProgressBar  &amp;  QLCDNumber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50392"/>
            <a:ext cx="91440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005840"/>
            <a:ext cx="4206240" cy="3794760"/>
          </a:xfrm>
          <a:prstGeom prst="rect">
            <a:avLst/>
          </a:prstGeom>
          <a:solidFill>
            <a:srgbClr val="122035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4206240" cy="457200"/>
          </a:xfrm>
          <a:prstGeom prst="rect">
            <a:avLst/>
          </a:prstGeom>
          <a:solidFill>
            <a:srgbClr val="10B981">
              <a:alpha val="82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0515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QProgressBar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İşlem ilerlemesini görsel olarak gösterir. Yüzdelik ve belirsiz (indeterminate) mod destekler.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148840"/>
            <a:ext cx="3749040" cy="201168"/>
          </a:xfrm>
          <a:prstGeom prst="rect">
            <a:avLst/>
          </a:prstGeom>
          <a:solidFill>
            <a:srgbClr val="0C1828"/>
          </a:solidFill>
          <a:ln/>
        </p:spPr>
      </p:sp>
      <p:sp>
        <p:nvSpPr>
          <p:cNvPr id="10" name="Shape 8"/>
          <p:cNvSpPr/>
          <p:nvPr/>
        </p:nvSpPr>
        <p:spPr>
          <a:xfrm>
            <a:off x="411480" y="2148840"/>
            <a:ext cx="2468880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14884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468880"/>
            <a:ext cx="4023360" cy="21488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" y="2523744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 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QProgressBar()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38912" y="2743200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.setRange(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38912" y="2962656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.setValue(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66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38912" y="3182112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.setFormat(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"%v / %m (%p%)"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38912" y="3401568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38912" y="3621024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Belirsiz mod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38912" y="3840480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.setRange(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0,0!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38912" y="4059936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38912" y="4279392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QTimer ile otomatik ilerleme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38912" y="4498848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timer 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QTimer()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38912" y="4718304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timer</a:t>
            </a:r>
            <a:pPr indent="0" marL="0"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.timeout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.connect(</a:t>
            </a:r>
            <a:pPr indent="0" marL="0">
              <a:buNone/>
            </a:pPr>
            <a:r>
              <a:rPr lang="en-US" sz="10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guncelle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38912" y="4937760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timer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.start(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1005840"/>
            <a:ext cx="4206240" cy="3794760"/>
          </a:xfrm>
          <a:prstGeom prst="rect">
            <a:avLst/>
          </a:prstGeom>
          <a:solidFill>
            <a:srgbClr val="122035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1005840"/>
            <a:ext cx="4206240" cy="457200"/>
          </a:xfrm>
          <a:prstGeom prst="rect">
            <a:avLst/>
          </a:prstGeom>
          <a:solidFill>
            <a:srgbClr val="F59E0B">
              <a:alpha val="82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10515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QLCDNumber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892040" y="15544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Dijital LCD tarzında sayı, saat ve metin gösteren widget'tır. QTimer ile gerçek zamanlı saat yapılabilir.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29200" y="2148840"/>
            <a:ext cx="3383280" cy="594360"/>
          </a:xfrm>
          <a:prstGeom prst="rect">
            <a:avLst/>
          </a:prstGeom>
          <a:solidFill>
            <a:srgbClr val="0A1628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214884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12:34:56</a:t>
            </a:r>
            <a:endParaRPr lang="en-US" sz="2800" dirty="0"/>
          </a:p>
        </p:txBody>
      </p:sp>
      <p:sp>
        <p:nvSpPr>
          <p:cNvPr id="31" name="Shape 29"/>
          <p:cNvSpPr/>
          <p:nvPr/>
        </p:nvSpPr>
        <p:spPr>
          <a:xfrm>
            <a:off x="4800600" y="2880360"/>
            <a:ext cx="4023360" cy="173736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2" name="Text 30"/>
          <p:cNvSpPr/>
          <p:nvPr/>
        </p:nvSpPr>
        <p:spPr>
          <a:xfrm>
            <a:off x="4919472" y="2944368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lcd </a:t>
            </a:r>
            <a:pPr indent="0" marL="0">
              <a:buNone/>
            </a:pPr>
            <a:r>
              <a:rPr lang="en-US" sz="10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QLCDNumber(</a:t>
            </a:r>
            <a:pPr indent="0" marL="0">
              <a:buNone/>
            </a:pPr>
            <a:r>
              <a:rPr lang="en-US" sz="10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hane sayısı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19472" y="3159252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lcd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.setSegmentStyle(</a:t>
            </a:r>
            <a:pPr indent="0" marL="0">
              <a:buNone/>
            </a:pPr>
            <a:r>
              <a:rPr lang="en-US" sz="10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QLCDNumber.Flat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19472" y="3374136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lcd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.display(</a:t>
            </a:r>
            <a:pPr indent="0" marL="0">
              <a:buNone/>
            </a:pPr>
            <a:r>
              <a:rPr lang="en-US" sz="10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"12:34:56"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19472" y="3589020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919472" y="3803904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QTimer ile dijital saat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19472" y="4018788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guncelle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():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19472" y="4233672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 </a:t>
            </a:r>
            <a:pPr indent="0" marL="0">
              <a:buNone/>
            </a:pPr>
            <a:r>
              <a:rPr lang="en-US" sz="10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QTime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.currentTime()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.toString(</a:t>
            </a:r>
            <a:pPr indent="0" marL="0">
              <a:buNone/>
            </a:pPr>
            <a:r>
              <a:rPr lang="en-US" sz="10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"hh:mm:ss"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919472" y="4448556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lcd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.display(</a:t>
            </a:r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0" y="0"/>
            <a:ext cx="3017520" cy="5143500"/>
          </a:xfrm>
          <a:prstGeom prst="rect">
            <a:avLst/>
          </a:prstGeom>
          <a:solidFill>
            <a:srgbClr val="0C1828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457200"/>
            <a:ext cx="2286000" cy="2286000"/>
          </a:xfrm>
          <a:prstGeom prst="ellipse">
            <a:avLst/>
          </a:prstGeom>
          <a:solidFill>
            <a:srgbClr val="8B5CF6">
              <a:alpha val="18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84048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4 — Özet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256032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33856"/>
            <a:ext cx="5486400" cy="658368"/>
          </a:xfrm>
          <a:prstGeom prst="rect">
            <a:avLst/>
          </a:prstGeom>
          <a:solidFill>
            <a:srgbClr val="122035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33856"/>
            <a:ext cx="64008" cy="65836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17957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QTabWidget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0352" y="1481328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addTab(), setMovable(), currentChanged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938528"/>
            <a:ext cx="5486400" cy="658368"/>
          </a:xfrm>
          <a:prstGeom prst="rect">
            <a:avLst/>
          </a:prstGeom>
          <a:solidFill>
            <a:srgbClr val="122035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938528"/>
            <a:ext cx="64008" cy="65836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" y="198424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QStackedWidget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" y="228600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addWidget(), setCurrentIndex(), count()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743200"/>
            <a:ext cx="5486400" cy="658368"/>
          </a:xfrm>
          <a:prstGeom prst="rect">
            <a:avLst/>
          </a:prstGeom>
          <a:solidFill>
            <a:srgbClr val="122035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743200"/>
            <a:ext cx="64008" cy="6583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27889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QProgressBar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0352" y="3090672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setRange(), setValue(), format, belirsiz mod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547872"/>
            <a:ext cx="5486400" cy="658368"/>
          </a:xfrm>
          <a:prstGeom prst="rect">
            <a:avLst/>
          </a:prstGeom>
          <a:solidFill>
            <a:srgbClr val="122035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547872"/>
            <a:ext cx="64008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" y="359359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QLCDNumber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0352" y="3895344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display(), setSegmentStyle(), QTimer entegrasyonu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96012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Sonraki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263640" y="1737360"/>
            <a:ext cx="2606040" cy="365760"/>
          </a:xfrm>
          <a:prstGeom prst="rect">
            <a:avLst/>
          </a:prstGeom>
          <a:solidFill>
            <a:srgbClr val="122035"/>
          </a:solidFill>
          <a:ln/>
        </p:spPr>
      </p:sp>
      <p:sp>
        <p:nvSpPr>
          <p:cNvPr id="24" name="Text 22"/>
          <p:cNvSpPr/>
          <p:nvPr/>
        </p:nvSpPr>
        <p:spPr>
          <a:xfrm>
            <a:off x="6263640" y="176479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PyQt5 + SQLite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63640" y="2194560"/>
            <a:ext cx="2606040" cy="365760"/>
          </a:xfrm>
          <a:prstGeom prst="rect">
            <a:avLst/>
          </a:prstGeom>
          <a:solidFill>
            <a:srgbClr val="122035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222199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QSqlDatabase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63640" y="2651760"/>
            <a:ext cx="2606040" cy="365760"/>
          </a:xfrm>
          <a:prstGeom prst="rect">
            <a:avLst/>
          </a:prstGeom>
          <a:solidFill>
            <a:srgbClr val="122035"/>
          </a:solidFill>
          <a:ln/>
        </p:spPr>
      </p:sp>
      <p:sp>
        <p:nvSpPr>
          <p:cNvPr id="28" name="Text 26"/>
          <p:cNvSpPr/>
          <p:nvPr/>
        </p:nvSpPr>
        <p:spPr>
          <a:xfrm>
            <a:off x="6263640" y="267919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QSqlTableModel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63640" y="3108960"/>
            <a:ext cx="2606040" cy="365760"/>
          </a:xfrm>
          <a:prstGeom prst="rect">
            <a:avLst/>
          </a:prstGeom>
          <a:solidFill>
            <a:srgbClr val="122035"/>
          </a:solidFill>
          <a:ln/>
        </p:spPr>
      </p:sp>
      <p:sp>
        <p:nvSpPr>
          <p:cNvPr id="30" name="Text 28"/>
          <p:cNvSpPr/>
          <p:nvPr/>
        </p:nvSpPr>
        <p:spPr>
          <a:xfrm>
            <a:off x="6263640" y="313639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QTableView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63640" y="3566160"/>
            <a:ext cx="2606040" cy="365760"/>
          </a:xfrm>
          <a:prstGeom prst="rect">
            <a:avLst/>
          </a:prstGeom>
          <a:solidFill>
            <a:srgbClr val="122035"/>
          </a:solidFill>
          <a:ln/>
        </p:spPr>
      </p:sp>
      <p:sp>
        <p:nvSpPr>
          <p:cNvPr id="32" name="Text 30"/>
          <p:cNvSpPr/>
          <p:nvPr/>
        </p:nvSpPr>
        <p:spPr>
          <a:xfrm>
            <a:off x="6263640" y="359359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CRUD Uygulaması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4700016"/>
            <a:ext cx="9144000" cy="443484"/>
          </a:xfrm>
          <a:prstGeom prst="rect">
            <a:avLst/>
          </a:prstGeom>
          <a:solidFill>
            <a:srgbClr val="0C1828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473659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Öğr. Üyesi Sevdanur GENÇ  ·  Görsel Programlama (PyQt)  ·  Hafta 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Görsel Programlama - PyQt5 Dördüncü Hafta</dc:title>
  <dc:subject>PptxGenJS Presentation</dc:subject>
  <dc:creator>Dr. Öğr. Üyesi Sevdanur GENÇ</dc:creator>
  <cp:lastModifiedBy>Dr. Öğr. Üyesi Sevdanur GENÇ</cp:lastModifiedBy>
  <cp:revision>1</cp:revision>
  <dcterms:created xsi:type="dcterms:W3CDTF">2026-03-16T21:39:35Z</dcterms:created>
  <dcterms:modified xsi:type="dcterms:W3CDTF">2026-03-16T21:39:35Z</dcterms:modified>
</cp:coreProperties>
</file>