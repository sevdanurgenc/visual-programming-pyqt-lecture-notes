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-457200"/>
            <a:ext cx="2560320" cy="256032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3566160"/>
            <a:ext cx="1463040" cy="1463040"/>
          </a:xfrm>
          <a:prstGeom prst="ellipse">
            <a:avLst/>
          </a:prstGeom>
          <a:solidFill>
            <a:srgbClr val="6EE7B7">
              <a:alpha val="2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828800"/>
            <a:ext cx="731520" cy="731520"/>
          </a:xfrm>
          <a:prstGeom prst="ellipse">
            <a:avLst/>
          </a:prstGeom>
          <a:solidFill>
            <a:srgbClr val="FCD34D">
              <a:alpha val="3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502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QMenuBar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37960" y="11612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QToolBar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8196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QStatusBar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37960" y="24780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QDockWidget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QDialog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>
                    <a:alpha val="6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QFileDialog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11480"/>
            <a:ext cx="2926080" cy="347472"/>
          </a:xfrm>
          <a:prstGeom prst="rect">
            <a:avLst/>
          </a:prstGeom>
          <a:solidFill>
            <a:srgbClr val="0EA5E9">
              <a:alpha val="7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114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  (PyQt)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9144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" y="132588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QMainWindow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20040" y="1947672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Bileşenleri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320040" y="2761488"/>
            <a:ext cx="2926080" cy="4572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90779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" y="3337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QMenuBar  ·  QToolBar  ·  QStatusBar  ·  QDockWidget  ·  QDialog  ·  QFileDialog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Konuları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111556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521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1521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QMenuBar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menü çubuğu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11556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521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115214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QToolBar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5727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erişim araç çubuğu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304288"/>
            <a:ext cx="4206240" cy="111556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304288"/>
            <a:ext cx="4206240" cy="5486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505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24505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QStatusBar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8712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bilgi durum çubuğu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04288"/>
            <a:ext cx="4206240" cy="111556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04288"/>
            <a:ext cx="420624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505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24505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QDockWidget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8712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Yüzer/sabitlenebilir panel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602736"/>
            <a:ext cx="4206240" cy="111556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02736"/>
            <a:ext cx="420624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7490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37490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QDialog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1696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diyalog pencereleri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4206240" cy="111556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02736"/>
            <a:ext cx="4206240" cy="5486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7490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94960" y="37490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QFileDialog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41696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aç / kaydet dialogları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QMenuBar — Uygulama Menüsü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QMenuBar, QMainWindow'un üstünde yer alan menü çubuğudur. Menüler (QMenu) ve eylemler (QAction) ile yapılandırılır.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023360" cy="17373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1762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45059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menuBar()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7249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 QMenu (Dosya)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99923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├─ QAction (Yeni)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32735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└─ QAction (Kaydet)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5478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QMenu (Yardım)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4023360" cy="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3913632"/>
            <a:ext cx="4023360" cy="16459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13632"/>
            <a:ext cx="45720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3192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menuBar() ile ana çubuğa erişilir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78224"/>
            <a:ext cx="4023360" cy="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4096512"/>
            <a:ext cx="4023360" cy="16459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4096512"/>
            <a:ext cx="45720" cy="16459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addMenu() ile yeni menü eklenir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242816"/>
            <a:ext cx="4023360" cy="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279392"/>
            <a:ext cx="4023360" cy="16459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279392"/>
            <a:ext cx="45720" cy="16459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9768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QAction nesnesi eylem tanımlar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407408"/>
            <a:ext cx="4023360" cy="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462272"/>
            <a:ext cx="4023360" cy="16459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4462272"/>
            <a:ext cx="45720" cy="16459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8056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setShortcut() kısayol tuşu tanımlar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572000"/>
            <a:ext cx="4023360" cy="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645152"/>
            <a:ext cx="4023360" cy="16459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4645152"/>
            <a:ext cx="45720" cy="1645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6344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sinyali tıklamayı yakalar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005840"/>
            <a:ext cx="42062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92040" y="144475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menubar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.menuBar()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1647749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185074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Menü oluştur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2053742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dosya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menubar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.addMenu(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"&amp;Dosya"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2256739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245973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QAction oluştur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2662733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yeni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QAction(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"Yeni"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self)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286573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yeni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.setShortcut(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"Ctrl+N"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3068726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yeni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.triggered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self.yeni_dosya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3271723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dosya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.addAction(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yeni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347472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92040" y="3677717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Ayırıcı çizgi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388071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dosya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.addSeparator()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92040" y="4083710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92040" y="4286707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 menü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92040" y="4489704"/>
            <a:ext cx="38404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dosya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.addMenu(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"Son Açılanlar"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QToolBar  &amp;  QStatusBar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6EE7B7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QToolBar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kullanılan işlemlere hızlı erişim sağlayan araç çubuğudur. Sürüklenebilir ve yüzer moda alınabilir.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023360" cy="2468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22199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QToolBar(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 Araç"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43687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.setMovable(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65176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.addToolBar(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86664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308152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Eylem ekle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29641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QAction(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"Kaydet"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self)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51129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pPr indent="0" marL="0"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.triggered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self.kaydet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37261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.addAction(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394106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.addSeparator()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415594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Widget de eklenebilir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437083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.addWidget(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QLineEdit()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FCD34D">
              <a:alpha val="8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QStatusBar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Pencerenin altında bilgi gösteren durum çubuğudur. Geçici mesajlar ve kalıcı widget'lar eklenebilir.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148840"/>
            <a:ext cx="4023360" cy="2468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22199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.statusBar()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9472" y="243687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265176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Geçici mesaj (ms)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286664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.showMessage(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"Kaydedildi"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3000)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308152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19472" y="329641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Kalıcı widget (sağda)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351129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 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QLabel(</a:t>
            </a:r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"Hazır"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19472" y="372618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.addPermanentWidget(</a:t>
            </a:r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19472" y="3941064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19472" y="415594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Mesajı temizle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437083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</a:t>
            </a:r>
            <a:pPr indent="0" marL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.clearMessage()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QDockWidget — Yüzer Panel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160520" cy="37947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6052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QDockWidget, QMainWindow içinde sürüklenip bırakılabilen, yüzer moda alınabilen veya pencere kenarlarına sabitlenebilen panel widget'ıdır.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3977640" cy="30175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212848"/>
            <a:ext cx="54864" cy="3017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2402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setAllowedAreas() ile sabitleme bölgesi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78608"/>
            <a:ext cx="3977640" cy="30175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578608"/>
            <a:ext cx="54864" cy="301752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6060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setFloating(True) ile yüzer moda 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3977640" cy="30175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944368"/>
            <a:ext cx="54864" cy="30175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9718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setWidget() ile içerik widget'ı ekle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310128"/>
            <a:ext cx="3977640" cy="30175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310128"/>
            <a:ext cx="54864" cy="3017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3375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DockWidgetClosable özelliği kapatma butonu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75888"/>
            <a:ext cx="3977640" cy="30175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675888"/>
            <a:ext cx="54864" cy="3017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703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DockWidgetMovable sürükleme izni verir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41648"/>
            <a:ext cx="3977640" cy="301752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041648"/>
            <a:ext cx="54864" cy="3017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40690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visibilityChanged sinyali görünürlük değişimi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005840"/>
            <a:ext cx="4297680" cy="3794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005840"/>
            <a:ext cx="429768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Örneği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14447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QDockWidget(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"Panel"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self)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1656893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86903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İzin verilen bölgeler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208117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.setAllowedAreas(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293315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Qt.LeftDockWidgetArea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505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Qt.RightDockWidgetArea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717597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292973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Özellikler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14187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.setFeatures(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354019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QDockWidget.DockWidgetMovable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35661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QDockWidget.DockWidgetFloatable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778301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99044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İçerik widget'ı ver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420258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.setWidget(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414723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.addDockWidget(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Qt.LeftDockWidgetArea, dock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QDialog  &amp;  QFileDialog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4206240" cy="37947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457200"/>
          </a:xfrm>
          <a:prstGeom prst="rect">
            <a:avLst/>
          </a:prstGeom>
          <a:solidFill>
            <a:srgbClr val="A78BFA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QDialog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diyalog penceresi oluşturmak için kullanılır. exec_() modal olarak, show() modalsiz gösterir.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023360" cy="2468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22199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QDialog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41767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parent):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613355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super().__init__(parent)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809037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bb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QDialogButtonBox(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00471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QDialogButtonBox.Ok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320040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QDialogButtonBox.Cancel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39608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bb</a:t>
            </a:r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.accepted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.connect(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self.accept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591763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787445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Kullanımı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398312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Dialog(self)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417880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.exec_() == QDialog.Accepted: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437449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FB923C">
              <a:alpha val="8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QFileDialog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204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sistemi üzerinde aç/kaydet/klasör seçim dialoglarını sağlayan hazır widget'tır.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148840"/>
            <a:ext cx="4023360" cy="24688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22199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Tek dosya aç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241767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yol, _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QFileDialog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.getOpenFileName(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2613355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"Aç"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2809037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"*.txt;;*.*"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300471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320040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Dosya kaydet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3396082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yol, _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QFileDialog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.getSaveFileName(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9472" y="3591763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self, "Kaydet", "", "*.txt"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787445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398312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Klasör seç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9472" y="4178808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klasor </a:t>
            </a:r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QFileDialog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.getExistingDirectory(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437449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self, "Klasör Seç")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502920"/>
            <a:ext cx="2377440" cy="237744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 — Özet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33856"/>
            <a:ext cx="5486400" cy="47548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33856"/>
            <a:ext cx="64008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1704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QMenuBar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38074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menuBar(), QMenu, QAction, triggered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5486400" cy="47548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09928"/>
            <a:ext cx="64008" cy="475488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7465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QToolBar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95681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addToolBar(), addAction(), setMovable()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0" cy="47548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64008" cy="47548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322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QStatusBar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53288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showMessage(), addPermanentWidget()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62072"/>
            <a:ext cx="5486400" cy="47548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62072"/>
            <a:ext cx="64008" cy="47548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8986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QDockWidget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10896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setAllowedAreas(), setWidget(), addDockWidget()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5486400" cy="47548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38144"/>
            <a:ext cx="64008" cy="47548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474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QDialog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68503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exec_() modal, accept(), reject()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14216"/>
            <a:ext cx="5486400" cy="475488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14216"/>
            <a:ext cx="64008" cy="47548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0507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QFileDialog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26110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getOpenFileName(), getSaveFileName()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960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63640" y="1737360"/>
            <a:ext cx="2651760" cy="402336"/>
          </a:xfrm>
          <a:prstGeom prst="rect">
            <a:avLst/>
          </a:prstGeom>
          <a:solidFill>
            <a:srgbClr val="162336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17647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QTabWidget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2240280"/>
            <a:ext cx="2651760" cy="402336"/>
          </a:xfrm>
          <a:prstGeom prst="rect">
            <a:avLst/>
          </a:prstGeom>
          <a:solidFill>
            <a:srgbClr val="162336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2677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QStackedWidget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2743200"/>
            <a:ext cx="2651760" cy="402336"/>
          </a:xfrm>
          <a:prstGeom prst="rect">
            <a:avLst/>
          </a:prstGeom>
          <a:solidFill>
            <a:srgbClr val="162336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7706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QProgressBar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3246120"/>
            <a:ext cx="2651760" cy="402336"/>
          </a:xfrm>
          <a:prstGeom prst="rect">
            <a:avLst/>
          </a:prstGeom>
          <a:solidFill>
            <a:srgbClr val="162336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735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QLCDNumber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0F1D2E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(PyQt)  ·  Hafta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Görsel Programlama - PyQt5 Üçüncü Hafta</dc:title>
  <dc:subject>PptxGenJS Presentation</dc:subject>
  <dc:creator>Dr. Öğr. Üyesi Sevdanur GENÇ</dc:creator>
  <cp:lastModifiedBy>Dr. Öğr. Üyesi Sevdanur GENÇ</cp:lastModifiedBy>
  <cp:revision>1</cp:revision>
  <dcterms:created xsi:type="dcterms:W3CDTF">2026-03-16T21:39:35Z</dcterms:created>
  <dcterms:modified xsi:type="dcterms:W3CDTF">2026-03-16T21:39:35Z</dcterms:modified>
</cp:coreProperties>
</file>