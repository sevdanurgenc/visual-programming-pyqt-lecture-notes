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-457200"/>
            <a:ext cx="2377440" cy="237744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566160"/>
            <a:ext cx="1371600" cy="137160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920240"/>
            <a:ext cx="731520" cy="73152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6858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 + DB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0" y="16002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Canlı Filtreleme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İşlemleri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3429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Dışa Aktarma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11480"/>
            <a:ext cx="3108960" cy="347472"/>
          </a:xfrm>
          <a:prstGeom prst="rect">
            <a:avLst/>
          </a:prstGeom>
          <a:solidFill>
            <a:srgbClr val="10B981">
              <a:alpha val="7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411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 (PyQt)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914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" y="13258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+ SQLite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20040" y="194767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Uygulaması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31089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077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" y="3337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  ·  CRUD  ·  Canlı Filtreleme  ·  CSV Export  ·  Dönem Projesi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Mimarisi  &amp;  QTableWidget + SQLite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8686800" cy="1170432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Mimari: Arayüz ↔ Yönetici Sınıf ↔ Veritabanı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08176"/>
            <a:ext cx="1691640" cy="566928"/>
          </a:xfrm>
          <a:prstGeom prst="rect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0817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1664208"/>
            <a:ext cx="457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2176272" y="1408176"/>
            <a:ext cx="1691640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40817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1664208"/>
            <a:ext cx="457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032504" y="1408176"/>
            <a:ext cx="1691640" cy="56692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032504" y="140817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42432" y="1664208"/>
            <a:ext cx="457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8736" y="1408176"/>
            <a:ext cx="1691640" cy="566928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888736" y="140817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98664" y="1664208"/>
            <a:ext cx="457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44968" y="1408176"/>
            <a:ext cx="1691640" cy="566928"/>
          </a:xfrm>
          <a:prstGeom prst="rect">
            <a:avLst/>
          </a:prstGeom>
          <a:solidFill>
            <a:srgbClr val="64748B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44968" y="140817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okul.db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Dosyası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304288"/>
            <a:ext cx="8686800" cy="249631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304288"/>
            <a:ext cx="8686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395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QTableWidget'a SQLite Verisi Yükleme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27432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verileri_yukle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296265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.execute("SELECT id,ad,soyad,bolum,gpa FROM ogrenciler ORDER BY ad")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318211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satirlar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.fetchall()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34015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.tablo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.setRowCount(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len(satirlar)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362102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ri, satir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enumerate(satirlar):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ci, deger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enumerate(satir):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405993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item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QTableWidgetItem(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str(deger)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42793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item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.setTextAlignment(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Qt.AlignCenter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44988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.tablo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.setItem(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ri, ci, item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Arama &amp; Filtreleme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QLineEdit.textChanged sinyali her tuş vuruşunda tetiklenir. Dinamik SQL WHERE koşulları ile anlık filtreleme yapılır.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417320" cy="475488"/>
          </a:xfrm>
          <a:prstGeom prst="rect">
            <a:avLst/>
          </a:prstGeom>
          <a:solidFill>
            <a:srgbClr val="F59E0B">
              <a:alpha val="7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9456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yazar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01368" y="2404872"/>
            <a:ext cx="402336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874520" y="2194560"/>
            <a:ext cx="1417320" cy="475488"/>
          </a:xfrm>
          <a:prstGeom prst="rect">
            <a:avLst/>
          </a:prstGeom>
          <a:solidFill>
            <a:srgbClr val="6366F1">
              <a:alpha val="7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219456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textChanged sinyali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2404872"/>
            <a:ext cx="402336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2194560"/>
            <a:ext cx="1417320" cy="475488"/>
          </a:xfrm>
          <a:prstGeom prst="rect">
            <a:avLst/>
          </a:prstGeom>
          <a:solidFill>
            <a:srgbClr val="10B981">
              <a:alpha val="7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19456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filtrele() slot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834640"/>
            <a:ext cx="54864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862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aramaInput.textChanged.connect(filtrele)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200400"/>
            <a:ext cx="54864" cy="3017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2278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bolumCombo.currentIndexChanged.connect(filtrele)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566160"/>
            <a:ext cx="54864" cy="3017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593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minGpa.textChanged.connect(filtrele)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4023360" cy="301752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931920"/>
            <a:ext cx="54864" cy="3017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9593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sehirCombo.currentIndexChanged.connect(filtrele)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SQL Oluşturma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142646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filtrele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73752" y="163506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arama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.aramaInput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73752" y="184365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bolum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.bolumCombo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.currentText()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73752" y="205225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226085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kosullar, params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[], []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73752" y="246945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73752" y="267804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arama: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73752" y="288664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kosullar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 LIKE ?"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73752" y="309524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params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"%{arama}%"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73752" y="330384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73752" y="351243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bolum != "Tümü":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73752" y="372103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kosullar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"bolum=?"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73752" y="3929634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params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bolum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73752" y="4138232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73752" y="4346829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"WHERE 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AND 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.join(kosullar))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73752" y="4555427"/>
            <a:ext cx="3931920" cy="187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kosullar 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Dışa Aktarma  &amp;  Dönem Projesi İpuçları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Dışa Aktarma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44091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4343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Kayıt yeri seç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4277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yol, _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QFileDialog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.getSaveFileName(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42109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self, "Kaydet", "veriler.csv", "CSV (*.csv)"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414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4078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84012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Verileri çek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03946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.execute("SELECT * FROM ogrenciler")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238805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satirlar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cursor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.fetchall()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381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37483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utf-8-sig → Excel Türkçe desteği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3682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newline=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3616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encoding=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"utf-8-sig"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235501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.writer(f)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434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.writerow([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"GPA"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...])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634179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.writerows(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satirlar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Projesi — Temel Gereksinimler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5087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150876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15270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15270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veritabanı oluşturma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17190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+ bağlantı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9659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1965960"/>
            <a:ext cx="54864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19842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19842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ekleme formu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21762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QLineEdit + INSERT INTO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24231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242316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24414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808" y="24414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görünümü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26334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 + SELECT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28803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44" name="Shape 42"/>
          <p:cNvSpPr/>
          <p:nvPr/>
        </p:nvSpPr>
        <p:spPr>
          <a:xfrm>
            <a:off x="4800600" y="2880360"/>
            <a:ext cx="54864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28986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21808" y="2898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 &amp; Silme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30906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+ DELETE + onay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3375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49" name="Shape 47"/>
          <p:cNvSpPr/>
          <p:nvPr/>
        </p:nvSpPr>
        <p:spPr>
          <a:xfrm>
            <a:off x="4800600" y="3337560"/>
            <a:ext cx="54864" cy="38404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0" name="Text 48"/>
          <p:cNvSpPr/>
          <p:nvPr/>
        </p:nvSpPr>
        <p:spPr>
          <a:xfrm>
            <a:off x="4919472" y="33558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21808" y="3355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/ Filtreleme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35478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+ WHERE dinamik SQL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7947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54" name="Shape 52"/>
          <p:cNvSpPr/>
          <p:nvPr/>
        </p:nvSpPr>
        <p:spPr>
          <a:xfrm>
            <a:off x="4800600" y="3794760"/>
            <a:ext cx="54864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38130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21808" y="38130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Dışa Aktarma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21808" y="40050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modülü + QFileDialog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00600" y="4251960"/>
            <a:ext cx="4023360" cy="384048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59" name="Shape 57"/>
          <p:cNvSpPr/>
          <p:nvPr/>
        </p:nvSpPr>
        <p:spPr>
          <a:xfrm>
            <a:off x="4800600" y="425196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4919472" y="427024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21808" y="42702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doğrulama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21808" y="44622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Boş alan + tip kontrolü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2286000" cy="228600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 — Özet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33856"/>
            <a:ext cx="5486400" cy="4754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64008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704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Uygulama Mimarisi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38074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↔ DB Yöneticisi ↔ sqlite3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5486400" cy="4754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09928"/>
            <a:ext cx="64008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7465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QTableWidget + 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95681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 → setRowCount → setItem()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0" cy="4754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225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Dinamik 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53288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Koşullu WHERE, params listesi, ? ile güvenlik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62072"/>
            <a:ext cx="5486400" cy="4754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62072"/>
            <a:ext cx="64008" cy="4754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898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Canlı Filtreleme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1089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textChanged / currentIndexChanged sinyal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5486400" cy="4754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38144"/>
            <a:ext cx="64008" cy="47548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474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Dışa Aktarma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6850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csv.writer, utf-8-sig, QFileDialog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14216"/>
            <a:ext cx="5486400" cy="475488"/>
          </a:xfrm>
          <a:prstGeom prst="rect">
            <a:avLst/>
          </a:prstGeom>
          <a:solidFill>
            <a:srgbClr val="122035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14216"/>
            <a:ext cx="64008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0507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CRUD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26110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Ekle, Listele, Güncelle, Sil, Doğrulama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0058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Projesi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63640" y="1783080"/>
            <a:ext cx="2606040" cy="384048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81051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 az 2 tablo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2258568"/>
            <a:ext cx="2606040" cy="384048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2860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 tamamı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734056"/>
            <a:ext cx="2606040" cy="384048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761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Arama filtresi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209544"/>
            <a:ext cx="2606040" cy="384048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3697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CSV export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685032"/>
            <a:ext cx="2606040" cy="384048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71246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Doğrulama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4160520"/>
            <a:ext cx="2606040" cy="384048"/>
          </a:xfrm>
          <a:prstGeom prst="rect">
            <a:avLst/>
          </a:prstGeom>
          <a:solidFill>
            <a:srgbClr val="122035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18795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Temiz kod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0C1828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(PyQt)  ·  Hafta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Görsel Programlama - PyQt5+SQLite CRUD Hafta 6</dc:title>
  <dc:subject>PptxGenJS Presentation</dc:subject>
  <dc:creator>PptxGenJS</dc:creator>
  <cp:lastModifiedBy>PptxGenJS</cp:lastModifiedBy>
  <cp:revision>1</cp:revision>
  <dcterms:created xsi:type="dcterms:W3CDTF">2026-03-16T21:59:28Z</dcterms:created>
  <dcterms:modified xsi:type="dcterms:W3CDTF">2026-03-16T21:59:28Z</dcterms:modified>
</cp:coreProperties>
</file>