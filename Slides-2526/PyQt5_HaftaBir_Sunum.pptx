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-365760"/>
            <a:ext cx="2011680" cy="2011680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291840"/>
            <a:ext cx="1645920" cy="1645920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2011680"/>
            <a:ext cx="731520" cy="731520"/>
          </a:xfrm>
          <a:prstGeom prst="ellipse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3774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9000" dirty="0"/>
          </a:p>
        </p:txBody>
      </p:sp>
      <p:sp>
        <p:nvSpPr>
          <p:cNvPr id="8" name="Shape 6"/>
          <p:cNvSpPr/>
          <p:nvPr/>
        </p:nvSpPr>
        <p:spPr>
          <a:xfrm>
            <a:off x="365760" y="502920"/>
            <a:ext cx="2926080" cy="347472"/>
          </a:xfrm>
          <a:prstGeom prst="rect">
            <a:avLst/>
          </a:prstGeom>
          <a:solidFill>
            <a:srgbClr val="818CF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ile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Masaüstü Uygulama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347472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24612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358444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 ·  Temel Widget'lar ve Arayüz Tasarımı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Konuları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78992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82296" cy="8046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1430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13385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Nedir?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1490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Framework ve Python entegrasyonu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29968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029968"/>
            <a:ext cx="82296" cy="8046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20939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20848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QLabel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24414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ve görsel gösterimi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80944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80944"/>
            <a:ext cx="82296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30449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30358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QLineEdit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3392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Kullanıcıdan metin girişi alma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931920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931920"/>
            <a:ext cx="82296" cy="8046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9959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968" y="39867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QPushButton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4343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 ve tıklama olayları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78992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78992"/>
            <a:ext cx="82296" cy="80467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11430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67528" y="113385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Yönetimi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67528" y="1490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VBox, HBox ile widget düzeni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029968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029968"/>
            <a:ext cx="82296" cy="8046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20939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67528" y="20848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&amp; Slot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24414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yönetimi mekanizması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980944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80944"/>
            <a:ext cx="82296" cy="8046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30449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67528" y="30358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QMessageBox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67528" y="3392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Diyalog ve popup pencereleri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931920"/>
            <a:ext cx="420624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931920"/>
            <a:ext cx="82296" cy="8046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39959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67528" y="39867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ile PyQt5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67528" y="4343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tabanlı uygulama yapısı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Nedir?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50292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50292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PyQt5, Qt uygulama geliştirme çerçevesinin Python dili için oluşturulmuş bağlayıcısıdır. Riverbank Computing tarafından geliştirilmektedir. Qt; C++ tabanlı, çok platformlu (Windows, macOS, Linux) bir GUI kütüphanesidir.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310896" cy="310896"/>
          </a:xfrm>
          <a:prstGeom prst="ellipse">
            <a:avLst/>
          </a:prstGeom>
          <a:solidFill>
            <a:srgbClr val="38BDF8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2660904"/>
            <a:ext cx="4261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platformlu: Windows, macOS, Linux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108960"/>
            <a:ext cx="310896" cy="310896"/>
          </a:xfrm>
          <a:prstGeom prst="ellipse">
            <a:avLst/>
          </a:prstGeom>
          <a:solidFill>
            <a:srgbClr val="818CF8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6K+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3118104"/>
            <a:ext cx="4261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sınıf, 6000+ fonksiyon içerir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310896" cy="310896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3575304"/>
            <a:ext cx="4261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ile kolayca kurulur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023360"/>
            <a:ext cx="310896" cy="310896"/>
          </a:xfrm>
          <a:prstGeom prst="ellipse">
            <a:avLst/>
          </a:prstGeom>
          <a:solidFill>
            <a:srgbClr val="FB923C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4261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lisansı ile ücretsizdir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051560"/>
            <a:ext cx="3383280" cy="35661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051560"/>
            <a:ext cx="33832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1143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PyQt5 kurulumu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1892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pyqt5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1854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4780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Versiyon kontrolü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770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355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İlk 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6484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PyQt5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9410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print(PyQt5.Qt.PYQT_VERSION_STR)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QLabel  &amp;  QLineEdit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420624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206240" cy="502920"/>
          </a:xfrm>
          <a:prstGeom prst="rect">
            <a:avLst/>
          </a:prstGeom>
          <a:solidFill>
            <a:srgbClr val="818CF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QLabel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ve görsel gösterimi için kullanılır. Salt okunurdur, kullanıcı düzenleyemez.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4023360" cy="2103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PyQt5.QtWidgets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QLabel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734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QLabel(widget)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.setText(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"Merhaba!"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300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.setAlignment(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Qt.AlignCenter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.setStyleSheet(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"color:red"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867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.move(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110, 85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4206240" cy="502920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QLineEdit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16642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Kullanıcıdan tek satır metin girişi almak için kullanılır. Placeholder, şifre modu ve Enter olayı destekler.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377440"/>
            <a:ext cx="4023360" cy="2103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PyQt5.QtWidgets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QLineEdit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734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QLineEdit(widget)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.setPlaceholderText(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"Adınız"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300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.setEchoMode(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QLineEdit.Password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metin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3867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.clear()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temizle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QPushButton  &amp;  Sinyal - Slot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868680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73152" cy="9144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- Slot Mekanizması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Qt'nin olay yönetim sistemidir. Bir widget üzerinde bir eylem gerçekleştiğinde (örn: butona tıklanma) bir SİNYAL yayılır. Bu sinyal, bir SLOT fonksiyonuna bağlanarak ilgili işlem tetiklenir.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121408"/>
            <a:ext cx="1600200" cy="685800"/>
          </a:xfrm>
          <a:prstGeom prst="rect">
            <a:avLst/>
          </a:prstGeom>
          <a:solidFill>
            <a:srgbClr val="FB923C">
              <a:alpha val="7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21214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Eylemi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47088" y="2432304"/>
            <a:ext cx="39319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9968" y="2121408"/>
            <a:ext cx="1600200" cy="685800"/>
          </a:xfrm>
          <a:prstGeom prst="rect">
            <a:avLst/>
          </a:prstGeom>
          <a:solidFill>
            <a:srgbClr val="818CF8">
              <a:alpha val="7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21214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48456" y="2432304"/>
            <a:ext cx="39319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2121408"/>
            <a:ext cx="1600200" cy="685800"/>
          </a:xfrm>
          <a:prstGeom prst="rect">
            <a:avLst/>
          </a:prstGeom>
          <a:solidFill>
            <a:srgbClr val="38BDF8">
              <a:alpha val="7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31336" y="21214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9824" y="2432304"/>
            <a:ext cx="39319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632704" y="2121408"/>
            <a:ext cx="1600200" cy="685800"/>
          </a:xfrm>
          <a:prstGeom prst="rect">
            <a:avLst/>
          </a:prstGeom>
          <a:solidFill>
            <a:srgbClr val="34D399">
              <a:alpha val="7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32704" y="21214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(fonksiyon)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51192" y="2432304"/>
            <a:ext cx="393192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7434072" y="2121408"/>
            <a:ext cx="1600200" cy="685800"/>
          </a:xfrm>
          <a:prstGeom prst="rect">
            <a:avLst/>
          </a:prstGeom>
          <a:solidFill>
            <a:srgbClr val="FCD34D">
              <a:alpha val="7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34072" y="21214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Gerceklesti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868680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71800"/>
            <a:ext cx="86868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063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QPushButton oluştur ve Sinyal-Slot bağlantısı kur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337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QPushButton(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"Tıkla Beni"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widget)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611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.clicked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mesaj_goster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sinyal → slot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886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mesaj_goster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  </a:t>
            </a:r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slot fonksiyonu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160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"Butona tıklandı!"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Yönetimi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420624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206240" cy="457200"/>
          </a:xfrm>
          <a:prstGeom prst="rect">
            <a:avLst/>
          </a:prstGeom>
          <a:solidFill>
            <a:srgbClr val="F472B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QVBoxLayout  —  Dikey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2194560" cy="411480"/>
          </a:xfrm>
          <a:prstGeom prst="rect">
            <a:avLst/>
          </a:prstGeom>
          <a:solidFill>
            <a:srgbClr val="F472B6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64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2194560" cy="411480"/>
          </a:xfrm>
          <a:prstGeom prst="rect">
            <a:avLst/>
          </a:prstGeom>
          <a:solidFill>
            <a:srgbClr val="F472B6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31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2194560" cy="411480"/>
          </a:xfrm>
          <a:prstGeom prst="rect">
            <a:avLst/>
          </a:prstGeom>
          <a:solidFill>
            <a:srgbClr val="F472B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980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023360" cy="1600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07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QVBoxLayout()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.addWidget(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widget1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.addWidget(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widget2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.setLayout(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20624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51560"/>
            <a:ext cx="4206240" cy="457200"/>
          </a:xfrm>
          <a:prstGeom prst="rect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QHBoxLayout  —  Yatay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664208"/>
            <a:ext cx="822960" cy="68580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6420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1664208"/>
            <a:ext cx="822960" cy="68580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166420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664208"/>
            <a:ext cx="822960" cy="68580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66420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514600"/>
            <a:ext cx="4023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578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İpucu: Layout'ları iç içe kullanabilirsiniz!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154680"/>
            <a:ext cx="4023360" cy="1325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QVBoxLayout()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yatay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QHBoxLayout()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.addLayout(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yatay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QMessageBox  &amp;  OOP Yapısı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196596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155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ℹ️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8928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mesajı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4872" y="1024128"/>
            <a:ext cx="196596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024128"/>
            <a:ext cx="1965960" cy="5486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2" name="Text 10"/>
          <p:cNvSpPr/>
          <p:nvPr/>
        </p:nvSpPr>
        <p:spPr>
          <a:xfrm>
            <a:off x="2404872" y="11155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04872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04872" y="18928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 mesajı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1024128"/>
            <a:ext cx="196596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024128"/>
            <a:ext cx="196596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4581144" y="11155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81144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81144" y="18928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mesajı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7416" y="1024128"/>
            <a:ext cx="196596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1024128"/>
            <a:ext cx="196596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11155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57416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57416" y="189280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mesajı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304288"/>
            <a:ext cx="4206240" cy="239572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304288"/>
            <a:ext cx="42062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QMessageBox Kullanımı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7249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QMessageBox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.information(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self,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29900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"Bilgi",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2552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"İşlem tamamlandı!"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3520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37856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QMessageBox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.warning(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0507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self,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"Uyarı",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31596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"Dikkat edin!"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2304288"/>
            <a:ext cx="4206240" cy="239572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304288"/>
            <a:ext cx="420624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ile PyQt5 Yapısı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27249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AnaPencere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QWidget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29900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32552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.__init__()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3520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.setupUI()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40507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setupUI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31596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widget'ları kur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458114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.setWindowTitle(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Uygulaması — Selamlama Ekranı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4114800" cy="3749040"/>
          </a:xfrm>
          <a:prstGeom prst="rect">
            <a:avLst/>
          </a:prstGeom>
          <a:solidFill>
            <a:srgbClr val="0F1F35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114800" cy="347472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52144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152144"/>
            <a:ext cx="146304" cy="146304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15214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— Temel Widget'lar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Hoş Geldiniz!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3749040" cy="384048"/>
          </a:xfrm>
          <a:prstGeom prst="rect">
            <a:avLst/>
          </a:prstGeom>
          <a:solidFill>
            <a:srgbClr val="1A2F4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Girişi...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24328"/>
            <a:ext cx="3749040" cy="384048"/>
          </a:xfrm>
          <a:prstGeom prst="rect">
            <a:avLst/>
          </a:prstGeom>
          <a:solidFill>
            <a:srgbClr val="1A2F4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79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Soyad Girişi...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73552"/>
            <a:ext cx="1170432" cy="38404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7355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Merhaba De!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09928" y="3273552"/>
            <a:ext cx="1170432" cy="384048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709928" y="327355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Temizle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08376" y="3273552"/>
            <a:ext cx="1170432" cy="384048"/>
          </a:xfrm>
          <a:prstGeom prst="rect">
            <a:avLst/>
          </a:prstGeom>
          <a:solidFill>
            <a:srgbClr val="1A4A2F"/>
          </a:solidFill>
          <a:ln/>
        </p:spPr>
      </p:sp>
      <p:sp>
        <p:nvSpPr>
          <p:cNvPr id="21" name="Text 19"/>
          <p:cNvSpPr/>
          <p:nvPr/>
        </p:nvSpPr>
        <p:spPr>
          <a:xfrm>
            <a:off x="3008376" y="327355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Hakkında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794760"/>
            <a:ext cx="3749040" cy="548640"/>
          </a:xfrm>
          <a:prstGeom prst="rect">
            <a:avLst/>
          </a:prstGeom>
          <a:solidFill>
            <a:srgbClr val="0D2B1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58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Merhaba, Sevdanur GENÇ!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051560"/>
            <a:ext cx="43434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51560"/>
            <a:ext cx="43434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704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Uygulamada Öğrendikleriniz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600200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1600200"/>
            <a:ext cx="64008" cy="3657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1636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ve sonuç metni gösterimi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039112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2039112"/>
            <a:ext cx="64008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QLineEdit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084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soyad metin girişi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478024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63440" y="2478024"/>
            <a:ext cx="64008" cy="3657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QPushButton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2523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farklı işlev butonu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916936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63440" y="2916936"/>
            <a:ext cx="64008" cy="3657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2953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QMessageBox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29626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 ve bilgi diyalogları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355848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0" y="3355848"/>
            <a:ext cx="64008" cy="3657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3392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VBox + HBox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34015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layout yönetimi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3794760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663440" y="3794760"/>
            <a:ext cx="64008" cy="36576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9" name="Text 47"/>
          <p:cNvSpPr/>
          <p:nvPr/>
        </p:nvSpPr>
        <p:spPr>
          <a:xfrm>
            <a:off x="4828032" y="3831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Sinyal-Slot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6364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 ve returnPressed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4233672"/>
            <a:ext cx="4160520" cy="36576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663440" y="4233672"/>
            <a:ext cx="64008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Text 51"/>
          <p:cNvSpPr/>
          <p:nvPr/>
        </p:nvSpPr>
        <p:spPr>
          <a:xfrm>
            <a:off x="4828032" y="4270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Yapısı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4279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QWidget türetilmiş sınıf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-274320"/>
            <a:ext cx="2560320" cy="256032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1645920" cy="164592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— Özet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PyQt5'i Python'a entegre ettik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QLabel ile metin gösterdik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4825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QLineEdit ile girdi aldık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QPushButton ile buton oluşturduk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Sinyal-Slot ile olayları yönettik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VBox/HBox layout'larını kullandık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8039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QMessageBox diyaloglarını açtık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2428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yapısıyla kod yazdık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(PyQt)  ·  Hafta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097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Hafta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162763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QComboBox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08483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QCheckBox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254203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578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QRadioButton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9923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QSlider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45643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QSpinBox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91363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Görsel Programlama - PyQt5 İlk Hafta</dc:title>
  <dc:subject>PptxGenJS Presentation</dc:subject>
  <dc:creator>Dr. Öğr. Üyesi Sevdanur GENÇ</dc:creator>
  <cp:lastModifiedBy>Dr. Öğr. Üyesi Sevdanur GENÇ</cp:lastModifiedBy>
  <cp:revision>1</cp:revision>
  <dcterms:created xsi:type="dcterms:W3CDTF">2026-03-04T02:38:10Z</dcterms:created>
  <dcterms:modified xsi:type="dcterms:W3CDTF">2026-03-04T02:38:10Z</dcterms:modified>
</cp:coreProperties>
</file>